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9" r:id="rId4"/>
    <p:sldId id="264" r:id="rId5"/>
    <p:sldId id="265" r:id="rId6"/>
    <p:sldId id="291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292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  <a:srgbClr val="CC9900"/>
    <a:srgbClr val="9966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44" autoAdjust="0"/>
    <p:restoredTop sz="94660"/>
  </p:normalViewPr>
  <p:slideViewPr>
    <p:cSldViewPr snapToGrid="0">
      <p:cViewPr varScale="1">
        <p:scale>
          <a:sx n="67" d="100"/>
          <a:sy n="67" d="100"/>
        </p:scale>
        <p:origin x="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904F9-4A27-C253-FB75-24F43B5B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4751C2-8D35-1375-42F6-65571A91E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959296-D2C5-8176-09AE-F8F36557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C26411-7551-99BF-0F3C-011BE6A7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44AC4D-6133-8D8C-B890-86E86A31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046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9387D-9DBA-E9FE-622F-971BFE28F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CE02D0-5A49-80C8-364F-C64E3E77E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2D5C9D-343F-8D00-37A4-4D3DBF3CA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265DBF-07DC-BAF7-6805-6C312F34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077226-BC9B-46EC-0FE3-D537C572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629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BF259-FD1E-63A9-2A3C-C31B987E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295CF2-08B9-F3B3-B33F-A569A1F87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C957CE-46EB-2631-F7E6-38CF7803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12A937-51A8-E749-7CE5-E9ED35AD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5FC34-00FE-BC50-22D9-05D53D4A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668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B84B2-7D87-93D9-A378-9F6314AC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8984AB-69D1-5540-6078-24A02CE03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37B61F-A626-028C-A85E-132666342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55EAED-1DA7-47A0-97E3-02B9650E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BCE150-290C-BDD5-5EDD-769A1B61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306D48-026A-4E62-5683-A75094B4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795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3596C-8957-70CD-9F74-D7EE9B31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3352EA-C2FC-1FB8-EC4D-B9D4C4292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26C60B-AA10-096E-0027-2D90686DA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A947A8-495B-03DF-6690-318F86064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8428C7-1BEF-DECC-3F00-3EAA49B86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5C95382-CBE7-C629-C5AD-9731C169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DE1402-A69D-1F60-9D79-46814BAB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D55C60-EA1B-8CAB-0DE4-FA95B2DE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177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B62F8-FF24-3201-6F69-FD01DBCD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A97CB83-EEA6-F83D-3445-57139DD16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9BF2F2-BD95-055D-F9E7-A1F05F20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7F5B6D-7EC8-D64D-3C7C-C5FF7D9A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3704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E1730C-F0DD-8681-7FD9-E94DDC7D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440F9C-312D-073D-C0D5-B3C05CEEE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382840-7AF0-A0C3-3003-ECE6274B1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436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21281-2715-B0BE-55F7-DCA3662F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8BABEA-9283-5CA8-079A-0ADBF65E5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553657-5BBC-0CD4-133F-BDF8F7274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F82AB-3668-2BB6-C1EF-CF416598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B715D9-3657-3CA2-884E-1BBB9D0F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835E0C-023E-8C02-C660-6F881B80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051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20E44-FBD1-D59D-F905-8751BA3B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303AEF6-CBF5-DFA3-5EA4-55DDF2EF9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860FCE-F397-8D02-9149-6B8F23D98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DA6033-CAA9-C93B-5A7F-49A8D1D6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7DBC40-4124-1484-C8DD-9BFF006C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51B296-EDD6-B48A-3A85-C1315049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961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F53DE-4F07-677C-3FF0-3A450311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797CFF-E376-A970-53B5-7D23D28B2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794152-1F4E-89FD-7FC2-B0D88480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EFFEBA-8D45-94A8-1D2F-FF2C58007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30AFF1-1C94-099F-AA70-75DE49C5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140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8A0DA7-734F-ABF5-64B6-095ECBCB7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DD1B21-A867-CFB4-620A-48EAE111D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348C27-C881-19FE-E060-690780E9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26FCE2-6383-1558-ED58-1D4B578A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4A28DE-5B57-4B2B-A9A3-B6494C76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190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04F075-9FE8-86F7-6CDD-07365B74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EBD8E-B3BD-D546-846C-CA8398543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E890C-2300-AE36-89BA-67FCF2AB5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B24CD-7D45-479C-9CB8-F6C9437801BF}" type="datetimeFigureOut">
              <a:rPr lang="es-MX" smtClean="0"/>
              <a:t>16/12/2025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CCFD6E-4F64-FA66-7D2A-996C4E06C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47E1CA-1290-1696-F1B0-9F00FB13A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9102A-9819-445C-895F-5B8781A6D89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410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AA1F13B-AAF3-7B24-09C9-9B7ABD1892F0}"/>
              </a:ext>
            </a:extLst>
          </p:cNvPr>
          <p:cNvCxnSpPr>
            <a:cxnSpLocks/>
          </p:cNvCxnSpPr>
          <p:nvPr/>
        </p:nvCxnSpPr>
        <p:spPr>
          <a:xfrm>
            <a:off x="223200" y="1009908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Imagen 5" descr="Imagen que contiene firmar, negro, blanco, alimentos&#10;&#10;Descripción generada automáticamente">
            <a:extLst>
              <a:ext uri="{FF2B5EF4-FFF2-40B4-BE49-F238E27FC236}">
                <a16:creationId xmlns:a16="http://schemas.microsoft.com/office/drawing/2014/main" id="{D101BA4A-00D9-953C-476E-C1C436670B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40" y="103777"/>
            <a:ext cx="2712425" cy="88153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F179496-F7D1-48FF-DEA8-35B6B8C4F5EC}"/>
              </a:ext>
            </a:extLst>
          </p:cNvPr>
          <p:cNvSpPr txBox="1"/>
          <p:nvPr/>
        </p:nvSpPr>
        <p:spPr>
          <a:xfrm>
            <a:off x="7264400" y="161149"/>
            <a:ext cx="4927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DIVISIÓN DE CIENCIAS BÁSICAS E INGENIERÍA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 I N G E N I E R Í A   Q U Í M I C A )</a:t>
            </a:r>
          </a:p>
        </p:txBody>
      </p: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3532B3DB-41CA-3C7F-658B-2FB98793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</a:t>
            </a:fld>
            <a:endParaRPr lang="es-MX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07B41CB-4A78-9997-D185-5F30FDD86818}"/>
              </a:ext>
            </a:extLst>
          </p:cNvPr>
          <p:cNvSpPr txBox="1"/>
          <p:nvPr/>
        </p:nvSpPr>
        <p:spPr>
          <a:xfrm>
            <a:off x="252640" y="1197039"/>
            <a:ext cx="11347415" cy="2989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3200" b="1" dirty="0"/>
              <a:t>PROYECTO FINAL</a:t>
            </a:r>
          </a:p>
          <a:p>
            <a:pPr algn="ctr"/>
            <a:r>
              <a:rPr lang="es" sz="2800" i="1" dirty="0"/>
              <a:t>(Temas selectos de procesos químicos: análisis de datos con Python)</a:t>
            </a:r>
          </a:p>
          <a:p>
            <a:endParaRPr lang="es-MX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del comportamiento higroscópico y estabilidad de galletas funcionales mediante isotermas de sorción: análisis termodinámico y modelado matemático con Python (Modelo BET y GAB)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sz="2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8D74C50-C464-0CBB-903C-2D85BFD6ED9B}"/>
              </a:ext>
            </a:extLst>
          </p:cNvPr>
          <p:cNvSpPr txBox="1"/>
          <p:nvPr/>
        </p:nvSpPr>
        <p:spPr>
          <a:xfrm>
            <a:off x="0" y="6384891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MX" b="1" i="1" dirty="0"/>
              <a:t>Ciudad de México, diciembre 2025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B148A4-FC32-49F1-DDA2-D04D98A18781}"/>
              </a:ext>
            </a:extLst>
          </p:cNvPr>
          <p:cNvSpPr txBox="1"/>
          <p:nvPr/>
        </p:nvSpPr>
        <p:spPr>
          <a:xfrm>
            <a:off x="3295850" y="4166641"/>
            <a:ext cx="62934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1" i="1" dirty="0">
                <a:latin typeface="Arial" panose="020B0604020202020204" pitchFamily="34" charset="0"/>
                <a:cs typeface="Arial" panose="020B0604020202020204" pitchFamily="34" charset="0"/>
              </a:rPr>
              <a:t>Presenta: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M. en C. Duviel Berm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ú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dez Pérez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Ing. Yolanda Donis González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1" i="1" dirty="0">
                <a:latin typeface="Arial" panose="020B0604020202020204" pitchFamily="34" charset="0"/>
                <a:cs typeface="Arial" panose="020B0604020202020204" pitchFamily="34" charset="0"/>
              </a:rPr>
              <a:t>Profesores:</a:t>
            </a:r>
          </a:p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Dr. José de Jesús Álvarez Ramírez </a:t>
            </a:r>
          </a:p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M. en C. Abigail Marín López</a:t>
            </a:r>
          </a:p>
          <a:p>
            <a:pPr marL="0" indent="0"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04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E13A9-89AD-0B9B-2CE8-FFD71B1E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C6B9480-0A9F-2D75-F68F-08692BB1D786}"/>
              </a:ext>
            </a:extLst>
          </p:cNvPr>
          <p:cNvCxnSpPr>
            <a:cxnSpLocks/>
          </p:cNvCxnSpPr>
          <p:nvPr/>
        </p:nvCxnSpPr>
        <p:spPr>
          <a:xfrm>
            <a:off x="115179" y="669368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E04D8126-A81B-B08A-F7B3-5263E733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2</a:t>
            </a:fld>
            <a:endParaRPr lang="es-MX" sz="2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1C4E32-DF09-1B87-0A8B-1B8C1C1075F3}"/>
              </a:ext>
            </a:extLst>
          </p:cNvPr>
          <p:cNvSpPr txBox="1"/>
          <p:nvPr/>
        </p:nvSpPr>
        <p:spPr>
          <a:xfrm>
            <a:off x="2585306" y="845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 b="1" dirty="0"/>
              <a:t>ÍNDICE DE CONTENIDOS:</a:t>
            </a:r>
          </a:p>
        </p:txBody>
      </p:sp>
      <p:sp>
        <p:nvSpPr>
          <p:cNvPr id="4" name="Google Shape;359;p32">
            <a:extLst>
              <a:ext uri="{FF2B5EF4-FFF2-40B4-BE49-F238E27FC236}">
                <a16:creationId xmlns:a16="http://schemas.microsoft.com/office/drawing/2014/main" id="{502728A9-0190-E9B4-F1E1-A8D83E7F492C}"/>
              </a:ext>
            </a:extLst>
          </p:cNvPr>
          <p:cNvSpPr/>
          <p:nvPr/>
        </p:nvSpPr>
        <p:spPr>
          <a:xfrm>
            <a:off x="4992806" y="1349408"/>
            <a:ext cx="1122578" cy="871558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FD90A9-D634-DE3D-3C29-204109E75E4D}"/>
              </a:ext>
            </a:extLst>
          </p:cNvPr>
          <p:cNvSpPr txBox="1"/>
          <p:nvPr/>
        </p:nvSpPr>
        <p:spPr>
          <a:xfrm>
            <a:off x="1640312" y="1486793"/>
            <a:ext cx="638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3200" dirty="0"/>
              <a:t>1</a:t>
            </a:r>
            <a:endParaRPr lang="es-MX" sz="32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BC63D12-21F3-DB90-866A-58844E925DF7}"/>
              </a:ext>
            </a:extLst>
          </p:cNvPr>
          <p:cNvSpPr txBox="1"/>
          <p:nvPr/>
        </p:nvSpPr>
        <p:spPr>
          <a:xfrm>
            <a:off x="718113" y="2466564"/>
            <a:ext cx="2537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" sz="2800" dirty="0"/>
              <a:t>INTRODUCCIÓN</a:t>
            </a:r>
            <a:endParaRPr lang="es-MX" sz="28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392D73-3F80-A60A-978B-C29508F718DE}"/>
              </a:ext>
            </a:extLst>
          </p:cNvPr>
          <p:cNvSpPr txBox="1"/>
          <p:nvPr/>
        </p:nvSpPr>
        <p:spPr>
          <a:xfrm>
            <a:off x="5255730" y="1486793"/>
            <a:ext cx="638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3200" dirty="0"/>
              <a:t>2</a:t>
            </a:r>
            <a:endParaRPr lang="es-MX" sz="3200" dirty="0"/>
          </a:p>
        </p:txBody>
      </p:sp>
      <p:sp>
        <p:nvSpPr>
          <p:cNvPr id="24" name="Google Shape;359;p32">
            <a:extLst>
              <a:ext uri="{FF2B5EF4-FFF2-40B4-BE49-F238E27FC236}">
                <a16:creationId xmlns:a16="http://schemas.microsoft.com/office/drawing/2014/main" id="{5C07AD42-939B-D35E-FE45-C28B741A5552}"/>
              </a:ext>
            </a:extLst>
          </p:cNvPr>
          <p:cNvSpPr/>
          <p:nvPr/>
        </p:nvSpPr>
        <p:spPr>
          <a:xfrm>
            <a:off x="1379055" y="1343403"/>
            <a:ext cx="1122578" cy="871558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solidFill>
            <a:srgbClr val="92D050"/>
          </a:solidFill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59;p32">
            <a:extLst>
              <a:ext uri="{FF2B5EF4-FFF2-40B4-BE49-F238E27FC236}">
                <a16:creationId xmlns:a16="http://schemas.microsoft.com/office/drawing/2014/main" id="{C783A36E-BACA-9500-CCD9-BD083AF96B66}"/>
              </a:ext>
            </a:extLst>
          </p:cNvPr>
          <p:cNvSpPr/>
          <p:nvPr/>
        </p:nvSpPr>
        <p:spPr>
          <a:xfrm>
            <a:off x="8625006" y="1347441"/>
            <a:ext cx="1122578" cy="871558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08AA6C-0238-DF1A-806F-365FED48F0E5}"/>
              </a:ext>
            </a:extLst>
          </p:cNvPr>
          <p:cNvSpPr txBox="1"/>
          <p:nvPr/>
        </p:nvSpPr>
        <p:spPr>
          <a:xfrm>
            <a:off x="8942563" y="1486793"/>
            <a:ext cx="638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3200" dirty="0"/>
              <a:t>3</a:t>
            </a:r>
            <a:endParaRPr lang="es-MX" sz="32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D67109D-82C8-2240-30C6-4F845B0E2F98}"/>
              </a:ext>
            </a:extLst>
          </p:cNvPr>
          <p:cNvSpPr txBox="1"/>
          <p:nvPr/>
        </p:nvSpPr>
        <p:spPr>
          <a:xfrm>
            <a:off x="4656192" y="2489965"/>
            <a:ext cx="1954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dirty="0"/>
              <a:t>OBJETIVOS</a:t>
            </a:r>
          </a:p>
          <a:p>
            <a:endParaRPr lang="es-MX" sz="20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E449838-6F7D-34A3-B7C3-92635D6CA019}"/>
              </a:ext>
            </a:extLst>
          </p:cNvPr>
          <p:cNvSpPr txBox="1"/>
          <p:nvPr/>
        </p:nvSpPr>
        <p:spPr>
          <a:xfrm>
            <a:off x="8284865" y="2438902"/>
            <a:ext cx="1954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dirty="0"/>
              <a:t>DATOS</a:t>
            </a:r>
          </a:p>
          <a:p>
            <a:endParaRPr lang="es-MX" sz="2000" dirty="0"/>
          </a:p>
        </p:txBody>
      </p:sp>
      <p:sp>
        <p:nvSpPr>
          <p:cNvPr id="6" name="Google Shape;359;p32">
            <a:extLst>
              <a:ext uri="{FF2B5EF4-FFF2-40B4-BE49-F238E27FC236}">
                <a16:creationId xmlns:a16="http://schemas.microsoft.com/office/drawing/2014/main" id="{16454DFB-00C1-AFDE-CBFF-DA4214A106DC}"/>
              </a:ext>
            </a:extLst>
          </p:cNvPr>
          <p:cNvSpPr/>
          <p:nvPr/>
        </p:nvSpPr>
        <p:spPr>
          <a:xfrm>
            <a:off x="7884051" y="4499649"/>
            <a:ext cx="1122578" cy="871558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59;p32">
            <a:extLst>
              <a:ext uri="{FF2B5EF4-FFF2-40B4-BE49-F238E27FC236}">
                <a16:creationId xmlns:a16="http://schemas.microsoft.com/office/drawing/2014/main" id="{57FB1731-5333-8576-373B-FD598CE3B479}"/>
              </a:ext>
            </a:extLst>
          </p:cNvPr>
          <p:cNvSpPr/>
          <p:nvPr/>
        </p:nvSpPr>
        <p:spPr>
          <a:xfrm>
            <a:off x="3051521" y="4503600"/>
            <a:ext cx="1122578" cy="871558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88DA1A-2561-CA56-7ABE-7B87E07FA1CA}"/>
              </a:ext>
            </a:extLst>
          </p:cNvPr>
          <p:cNvSpPr txBox="1"/>
          <p:nvPr/>
        </p:nvSpPr>
        <p:spPr>
          <a:xfrm>
            <a:off x="2587091" y="5616332"/>
            <a:ext cx="1954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dirty="0"/>
              <a:t>ANÁLISIS</a:t>
            </a:r>
          </a:p>
          <a:p>
            <a:endParaRPr lang="es-MX" sz="2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7D70F5-5E54-A9D3-6E94-039CC34CF31A}"/>
              </a:ext>
            </a:extLst>
          </p:cNvPr>
          <p:cNvSpPr txBox="1"/>
          <p:nvPr/>
        </p:nvSpPr>
        <p:spPr>
          <a:xfrm>
            <a:off x="7263674" y="5510559"/>
            <a:ext cx="24839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dirty="0"/>
              <a:t>CONCLUSIONES</a:t>
            </a:r>
          </a:p>
          <a:p>
            <a:endParaRPr lang="es-MX" sz="2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0A4441C-5CD3-72FC-5609-4F057DF1BF1D}"/>
              </a:ext>
            </a:extLst>
          </p:cNvPr>
          <p:cNvSpPr txBox="1"/>
          <p:nvPr/>
        </p:nvSpPr>
        <p:spPr>
          <a:xfrm>
            <a:off x="3293393" y="4643040"/>
            <a:ext cx="638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3200" dirty="0"/>
              <a:t>4</a:t>
            </a:r>
            <a:endParaRPr lang="es-MX" sz="32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C33CE0-D26D-E0E9-B991-DF32932C03FF}"/>
              </a:ext>
            </a:extLst>
          </p:cNvPr>
          <p:cNvSpPr txBox="1"/>
          <p:nvPr/>
        </p:nvSpPr>
        <p:spPr>
          <a:xfrm>
            <a:off x="8186212" y="4643039"/>
            <a:ext cx="638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3200" dirty="0"/>
              <a:t>5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107578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9CC2-4DF6-706C-C8AE-263C7DAB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C001DE6-B16A-DF81-8E72-D663F60081DF}"/>
              </a:ext>
            </a:extLst>
          </p:cNvPr>
          <p:cNvCxnSpPr>
            <a:cxnSpLocks/>
          </p:cNvCxnSpPr>
          <p:nvPr/>
        </p:nvCxnSpPr>
        <p:spPr>
          <a:xfrm>
            <a:off x="223200" y="621918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BBA32A1F-58D9-0823-E8B7-F880CE2A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3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08EFE8-C335-093C-27DB-6FCFE1C222FD}"/>
              </a:ext>
            </a:extLst>
          </p:cNvPr>
          <p:cNvSpPr txBox="1"/>
          <p:nvPr/>
        </p:nvSpPr>
        <p:spPr>
          <a:xfrm>
            <a:off x="2935200" y="3714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INTRODUCCIÓN: </a:t>
            </a:r>
            <a:endParaRPr lang="es-MX" sz="3200" b="1" dirty="0"/>
          </a:p>
        </p:txBody>
      </p:sp>
      <p:grpSp>
        <p:nvGrpSpPr>
          <p:cNvPr id="121" name="Google Shape;714;p50">
            <a:extLst>
              <a:ext uri="{FF2B5EF4-FFF2-40B4-BE49-F238E27FC236}">
                <a16:creationId xmlns:a16="http://schemas.microsoft.com/office/drawing/2014/main" id="{A9B36FEE-7A8B-A3CE-5914-633FDD506021}"/>
              </a:ext>
            </a:extLst>
          </p:cNvPr>
          <p:cNvGrpSpPr/>
          <p:nvPr/>
        </p:nvGrpSpPr>
        <p:grpSpPr>
          <a:xfrm>
            <a:off x="223199" y="1594684"/>
            <a:ext cx="5407498" cy="4426974"/>
            <a:chOff x="233350" y="949250"/>
            <a:chExt cx="5674000" cy="3802300"/>
          </a:xfrm>
        </p:grpSpPr>
        <p:sp>
          <p:nvSpPr>
            <p:cNvPr id="122" name="Google Shape;715;p50">
              <a:extLst>
                <a:ext uri="{FF2B5EF4-FFF2-40B4-BE49-F238E27FC236}">
                  <a16:creationId xmlns:a16="http://schemas.microsoft.com/office/drawing/2014/main" id="{FD537CB8-38D0-E935-A306-FF3406CC0195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746;p50">
              <a:extLst>
                <a:ext uri="{FF2B5EF4-FFF2-40B4-BE49-F238E27FC236}">
                  <a16:creationId xmlns:a16="http://schemas.microsoft.com/office/drawing/2014/main" id="{BF88D49F-48BE-7E60-E86E-DF263A075CD8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747;p50">
              <a:extLst>
                <a:ext uri="{FF2B5EF4-FFF2-40B4-BE49-F238E27FC236}">
                  <a16:creationId xmlns:a16="http://schemas.microsoft.com/office/drawing/2014/main" id="{0EC470F3-9063-EAF9-836D-F5F73A867424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748;p50">
              <a:extLst>
                <a:ext uri="{FF2B5EF4-FFF2-40B4-BE49-F238E27FC236}">
                  <a16:creationId xmlns:a16="http://schemas.microsoft.com/office/drawing/2014/main" id="{C2ACEB33-DA4F-6C65-820F-4C4544967D0F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750;p50">
              <a:extLst>
                <a:ext uri="{FF2B5EF4-FFF2-40B4-BE49-F238E27FC236}">
                  <a16:creationId xmlns:a16="http://schemas.microsoft.com/office/drawing/2014/main" id="{EE1832A9-DA94-A4AE-3E8E-0F832598F998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751;p50">
              <a:extLst>
                <a:ext uri="{FF2B5EF4-FFF2-40B4-BE49-F238E27FC236}">
                  <a16:creationId xmlns:a16="http://schemas.microsoft.com/office/drawing/2014/main" id="{64FC4C7A-3B8A-E07C-F17A-C458CF6C3A93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752;p50">
              <a:extLst>
                <a:ext uri="{FF2B5EF4-FFF2-40B4-BE49-F238E27FC236}">
                  <a16:creationId xmlns:a16="http://schemas.microsoft.com/office/drawing/2014/main" id="{3E2A7CE9-4ED5-BE62-2FB4-5C75F4603620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753;p50">
              <a:extLst>
                <a:ext uri="{FF2B5EF4-FFF2-40B4-BE49-F238E27FC236}">
                  <a16:creationId xmlns:a16="http://schemas.microsoft.com/office/drawing/2014/main" id="{2BCD76D0-C9A8-51E4-A5FF-B0B940924BB4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754;p50">
              <a:extLst>
                <a:ext uri="{FF2B5EF4-FFF2-40B4-BE49-F238E27FC236}">
                  <a16:creationId xmlns:a16="http://schemas.microsoft.com/office/drawing/2014/main" id="{FC5003DC-ABD5-D6ED-121A-287DD81C627F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55;p50">
              <a:extLst>
                <a:ext uri="{FF2B5EF4-FFF2-40B4-BE49-F238E27FC236}">
                  <a16:creationId xmlns:a16="http://schemas.microsoft.com/office/drawing/2014/main" id="{DFD61C1C-2B9D-0703-44DD-B5DD05DC3054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56;p50">
              <a:extLst>
                <a:ext uri="{FF2B5EF4-FFF2-40B4-BE49-F238E27FC236}">
                  <a16:creationId xmlns:a16="http://schemas.microsoft.com/office/drawing/2014/main" id="{9BE2A936-8670-AD8C-062D-20BD04269D1C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57;p50">
              <a:extLst>
                <a:ext uri="{FF2B5EF4-FFF2-40B4-BE49-F238E27FC236}">
                  <a16:creationId xmlns:a16="http://schemas.microsoft.com/office/drawing/2014/main" id="{BAD87BC0-A69D-C261-AAF1-C86FCBA8FE79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777;p50">
            <a:extLst>
              <a:ext uri="{FF2B5EF4-FFF2-40B4-BE49-F238E27FC236}">
                <a16:creationId xmlns:a16="http://schemas.microsoft.com/office/drawing/2014/main" id="{CCDEF415-1582-E0E8-AC56-66517CD6BEFD}"/>
              </a:ext>
            </a:extLst>
          </p:cNvPr>
          <p:cNvSpPr/>
          <p:nvPr/>
        </p:nvSpPr>
        <p:spPr>
          <a:xfrm>
            <a:off x="2143933" y="4549235"/>
            <a:ext cx="167700" cy="1677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777;p50">
            <a:extLst>
              <a:ext uri="{FF2B5EF4-FFF2-40B4-BE49-F238E27FC236}">
                <a16:creationId xmlns:a16="http://schemas.microsoft.com/office/drawing/2014/main" id="{670B1FA0-8091-6951-8588-ADC5674C1ACB}"/>
              </a:ext>
            </a:extLst>
          </p:cNvPr>
          <p:cNvSpPr/>
          <p:nvPr/>
        </p:nvSpPr>
        <p:spPr>
          <a:xfrm>
            <a:off x="1472604" y="4120142"/>
            <a:ext cx="167700" cy="1677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777;p50">
            <a:extLst>
              <a:ext uri="{FF2B5EF4-FFF2-40B4-BE49-F238E27FC236}">
                <a16:creationId xmlns:a16="http://schemas.microsoft.com/office/drawing/2014/main" id="{5AA50AB5-AC3A-888F-2FE2-904FE75579DB}"/>
              </a:ext>
            </a:extLst>
          </p:cNvPr>
          <p:cNvSpPr/>
          <p:nvPr/>
        </p:nvSpPr>
        <p:spPr>
          <a:xfrm>
            <a:off x="1856076" y="5712584"/>
            <a:ext cx="167700" cy="1677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777;p50">
            <a:extLst>
              <a:ext uri="{FF2B5EF4-FFF2-40B4-BE49-F238E27FC236}">
                <a16:creationId xmlns:a16="http://schemas.microsoft.com/office/drawing/2014/main" id="{C4B1CE06-301D-071A-4611-A5BF2AF0DE11}"/>
              </a:ext>
            </a:extLst>
          </p:cNvPr>
          <p:cNvSpPr/>
          <p:nvPr/>
        </p:nvSpPr>
        <p:spPr>
          <a:xfrm>
            <a:off x="917036" y="3450979"/>
            <a:ext cx="167700" cy="1677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777;p50">
            <a:extLst>
              <a:ext uri="{FF2B5EF4-FFF2-40B4-BE49-F238E27FC236}">
                <a16:creationId xmlns:a16="http://schemas.microsoft.com/office/drawing/2014/main" id="{EFDDD756-EA58-5A53-029B-01DE5525BA10}"/>
              </a:ext>
            </a:extLst>
          </p:cNvPr>
          <p:cNvSpPr/>
          <p:nvPr/>
        </p:nvSpPr>
        <p:spPr>
          <a:xfrm>
            <a:off x="1495086" y="2851516"/>
            <a:ext cx="167700" cy="1677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8" name="Imagen 177">
            <a:extLst>
              <a:ext uri="{FF2B5EF4-FFF2-40B4-BE49-F238E27FC236}">
                <a16:creationId xmlns:a16="http://schemas.microsoft.com/office/drawing/2014/main" id="{D824428E-4D4C-8C8C-7C0F-52F5B128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36" y="2609379"/>
            <a:ext cx="461508" cy="261231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945D3227-9580-8DEC-F867-9DBAB50EB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14" y="3489061"/>
            <a:ext cx="495300" cy="314325"/>
          </a:xfrm>
          <a:prstGeom prst="rect">
            <a:avLst/>
          </a:prstGeom>
        </p:spPr>
      </p:pic>
      <p:pic>
        <p:nvPicPr>
          <p:cNvPr id="180" name="Imagen 179">
            <a:extLst>
              <a:ext uri="{FF2B5EF4-FFF2-40B4-BE49-F238E27FC236}">
                <a16:creationId xmlns:a16="http://schemas.microsoft.com/office/drawing/2014/main" id="{E145283C-19D3-00F4-5188-4F48D9277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35" y="4188027"/>
            <a:ext cx="424766" cy="339813"/>
          </a:xfrm>
          <a:prstGeom prst="rect">
            <a:avLst/>
          </a:prstGeom>
        </p:spPr>
      </p:pic>
      <p:pic>
        <p:nvPicPr>
          <p:cNvPr id="184" name="Imagen 183">
            <a:extLst>
              <a:ext uri="{FF2B5EF4-FFF2-40B4-BE49-F238E27FC236}">
                <a16:creationId xmlns:a16="http://schemas.microsoft.com/office/drawing/2014/main" id="{CCE1F79D-70E9-D26C-1800-020F28496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5609" y="5620221"/>
            <a:ext cx="495300" cy="352425"/>
          </a:xfrm>
          <a:prstGeom prst="rect">
            <a:avLst/>
          </a:prstGeom>
        </p:spPr>
      </p:pic>
      <p:pic>
        <p:nvPicPr>
          <p:cNvPr id="185" name="Imagen 184">
            <a:extLst>
              <a:ext uri="{FF2B5EF4-FFF2-40B4-BE49-F238E27FC236}">
                <a16:creationId xmlns:a16="http://schemas.microsoft.com/office/drawing/2014/main" id="{164ADFE4-F2A9-738E-7A7F-A3CF053624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0305" y="4429726"/>
            <a:ext cx="485775" cy="361950"/>
          </a:xfrm>
          <a:prstGeom prst="rect">
            <a:avLst/>
          </a:prstGeom>
        </p:spPr>
      </p:pic>
      <p:sp>
        <p:nvSpPr>
          <p:cNvPr id="188" name="CuadroTexto 187">
            <a:extLst>
              <a:ext uri="{FF2B5EF4-FFF2-40B4-BE49-F238E27FC236}">
                <a16:creationId xmlns:a16="http://schemas.microsoft.com/office/drawing/2014/main" id="{CDA8D5FF-4981-E2D9-D991-F028E177C54F}"/>
              </a:ext>
            </a:extLst>
          </p:cNvPr>
          <p:cNvSpPr txBox="1"/>
          <p:nvPr/>
        </p:nvSpPr>
        <p:spPr>
          <a:xfrm>
            <a:off x="390381" y="870626"/>
            <a:ext cx="7492246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Consumo ( millones de toneladas)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  <a:sym typeface="Average Sans"/>
            </a:endParaRPr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E1F40AD7-D499-6802-9F6A-AB6B622D9FC0}"/>
              </a:ext>
            </a:extLst>
          </p:cNvPr>
          <p:cNvSpPr txBox="1"/>
          <p:nvPr/>
        </p:nvSpPr>
        <p:spPr>
          <a:xfrm>
            <a:off x="1458772" y="4845784"/>
            <a:ext cx="2311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3.7</a:t>
            </a:r>
            <a:endParaRPr lang="es-MX" sz="1400" b="1" i="1" u="none" strike="noStrike" cap="none" dirty="0">
              <a:solidFill>
                <a:schemeClr val="accent3"/>
              </a:solidFill>
              <a:latin typeface="Commissioner"/>
              <a:cs typeface="Arial"/>
              <a:sym typeface="Arial"/>
            </a:endParaRPr>
          </a:p>
        </p:txBody>
      </p: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3F58CD71-5486-47CD-BBDF-C9DF10C21AC5}"/>
              </a:ext>
            </a:extLst>
          </p:cNvPr>
          <p:cNvSpPr txBox="1"/>
          <p:nvPr/>
        </p:nvSpPr>
        <p:spPr>
          <a:xfrm>
            <a:off x="1134121" y="5985961"/>
            <a:ext cx="2311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1.2</a:t>
            </a:r>
            <a:endParaRPr lang="es-MX" sz="1400" b="1" i="1" u="none" strike="noStrike" cap="none" dirty="0">
              <a:solidFill>
                <a:schemeClr val="accent3"/>
              </a:solidFill>
              <a:latin typeface="Commissioner"/>
              <a:cs typeface="Arial"/>
              <a:sym typeface="Arial"/>
            </a:endParaRPr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2C651C92-2F97-E8FB-0FE5-8242DADE4892}"/>
              </a:ext>
            </a:extLst>
          </p:cNvPr>
          <p:cNvSpPr txBox="1"/>
          <p:nvPr/>
        </p:nvSpPr>
        <p:spPr>
          <a:xfrm>
            <a:off x="61402" y="4599036"/>
            <a:ext cx="2311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1.0</a:t>
            </a:r>
            <a:endParaRPr lang="es-MX" sz="1400" b="1" i="1" u="none" strike="noStrike" cap="none" dirty="0">
              <a:solidFill>
                <a:schemeClr val="accent3"/>
              </a:solidFill>
              <a:latin typeface="Commissioner"/>
              <a:cs typeface="Arial"/>
              <a:sym typeface="Arial"/>
            </a:endParaRPr>
          </a:p>
        </p:txBody>
      </p:sp>
      <p:sp>
        <p:nvSpPr>
          <p:cNvPr id="192" name="CuadroTexto 191">
            <a:extLst>
              <a:ext uri="{FF2B5EF4-FFF2-40B4-BE49-F238E27FC236}">
                <a16:creationId xmlns:a16="http://schemas.microsoft.com/office/drawing/2014/main" id="{0F924CA0-2C35-7DBA-9008-34A63420014F}"/>
              </a:ext>
            </a:extLst>
          </p:cNvPr>
          <p:cNvSpPr txBox="1"/>
          <p:nvPr/>
        </p:nvSpPr>
        <p:spPr>
          <a:xfrm>
            <a:off x="-520178" y="3882382"/>
            <a:ext cx="2311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3.6</a:t>
            </a:r>
            <a:endParaRPr lang="es-MX" sz="1400" b="1" i="1" u="none" strike="noStrike" cap="none" dirty="0">
              <a:solidFill>
                <a:schemeClr val="accent3"/>
              </a:solidFill>
              <a:latin typeface="Commissioner"/>
              <a:cs typeface="Arial"/>
              <a:sym typeface="Arial"/>
            </a:endParaRPr>
          </a:p>
        </p:txBody>
      </p: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9FEAC833-4B22-E261-C6DF-5CA39ADE7F01}"/>
              </a:ext>
            </a:extLst>
          </p:cNvPr>
          <p:cNvSpPr txBox="1"/>
          <p:nvPr/>
        </p:nvSpPr>
        <p:spPr>
          <a:xfrm>
            <a:off x="-29127" y="2836301"/>
            <a:ext cx="2311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12</a:t>
            </a:r>
            <a:endParaRPr lang="es-MX" sz="1400" b="1" i="1" u="none" strike="noStrike" cap="none" dirty="0">
              <a:solidFill>
                <a:schemeClr val="accent3"/>
              </a:solidFill>
              <a:latin typeface="Commissioner"/>
              <a:cs typeface="Arial"/>
              <a:sym typeface="Arial"/>
            </a:endParaRPr>
          </a:p>
        </p:txBody>
      </p:sp>
      <p:pic>
        <p:nvPicPr>
          <p:cNvPr id="196" name="Imagen 195">
            <a:extLst>
              <a:ext uri="{FF2B5EF4-FFF2-40B4-BE49-F238E27FC236}">
                <a16:creationId xmlns:a16="http://schemas.microsoft.com/office/drawing/2014/main" id="{89D85453-683D-0667-855C-A355A7ADBA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6837" y="2465235"/>
            <a:ext cx="5006921" cy="4002822"/>
          </a:xfrm>
          <a:prstGeom prst="rect">
            <a:avLst/>
          </a:prstGeom>
        </p:spPr>
      </p:pic>
      <p:pic>
        <p:nvPicPr>
          <p:cNvPr id="197" name="Imagen 196">
            <a:extLst>
              <a:ext uri="{FF2B5EF4-FFF2-40B4-BE49-F238E27FC236}">
                <a16:creationId xmlns:a16="http://schemas.microsoft.com/office/drawing/2014/main" id="{56CF940C-29C4-963D-E9F8-C4705B216B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0405" y="2799844"/>
            <a:ext cx="983157" cy="504109"/>
          </a:xfrm>
          <a:prstGeom prst="rect">
            <a:avLst/>
          </a:prstGeom>
        </p:spPr>
      </p:pic>
      <p:pic>
        <p:nvPicPr>
          <p:cNvPr id="198" name="Imagen 197">
            <a:extLst>
              <a:ext uri="{FF2B5EF4-FFF2-40B4-BE49-F238E27FC236}">
                <a16:creationId xmlns:a16="http://schemas.microsoft.com/office/drawing/2014/main" id="{D7CF65D9-2435-3027-75E0-3FF7D69487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9818" y="3304178"/>
            <a:ext cx="1626637" cy="1221833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F5A0AC8D-8B39-CF0C-8F53-9B3EAC9A54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0431" y="2799619"/>
            <a:ext cx="1004290" cy="475244"/>
          </a:xfrm>
          <a:prstGeom prst="rect">
            <a:avLst/>
          </a:prstGeom>
        </p:spPr>
      </p:pic>
      <p:sp>
        <p:nvSpPr>
          <p:cNvPr id="200" name="CuadroTexto 199">
            <a:extLst>
              <a:ext uri="{FF2B5EF4-FFF2-40B4-BE49-F238E27FC236}">
                <a16:creationId xmlns:a16="http://schemas.microsoft.com/office/drawing/2014/main" id="{CE651CBB-E138-C4EB-7030-10031225EBC0}"/>
              </a:ext>
            </a:extLst>
          </p:cNvPr>
          <p:cNvSpPr txBox="1"/>
          <p:nvPr/>
        </p:nvSpPr>
        <p:spPr>
          <a:xfrm>
            <a:off x="6229349" y="971572"/>
            <a:ext cx="61555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  <a:sym typeface="Average Sans"/>
              </a:rPr>
              <a:t>ENFERMEDADES ASOCIADAS AL S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  <a:sym typeface="Average Sans"/>
              </a:rPr>
              <a:t>NDROME METAB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  <a:sym typeface="Average Sans"/>
              </a:rPr>
              <a:t>LICO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C5B7D540-AD13-A1FB-E9CF-D1F3CB462790}"/>
              </a:ext>
            </a:extLst>
          </p:cNvPr>
          <p:cNvSpPr txBox="1"/>
          <p:nvPr/>
        </p:nvSpPr>
        <p:spPr>
          <a:xfrm>
            <a:off x="8688215" y="2198470"/>
            <a:ext cx="3492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CARDIOVASCULARES</a:t>
            </a:r>
          </a:p>
        </p:txBody>
      </p:sp>
      <p:sp>
        <p:nvSpPr>
          <p:cNvPr id="202" name="Google Shape;415;p37">
            <a:extLst>
              <a:ext uri="{FF2B5EF4-FFF2-40B4-BE49-F238E27FC236}">
                <a16:creationId xmlns:a16="http://schemas.microsoft.com/office/drawing/2014/main" id="{77D3AC20-315F-F564-81C9-60C8FE209D1A}"/>
              </a:ext>
            </a:extLst>
          </p:cNvPr>
          <p:cNvSpPr/>
          <p:nvPr/>
        </p:nvSpPr>
        <p:spPr>
          <a:xfrm flipH="1">
            <a:off x="7913553" y="3093341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415;p37">
            <a:extLst>
              <a:ext uri="{FF2B5EF4-FFF2-40B4-BE49-F238E27FC236}">
                <a16:creationId xmlns:a16="http://schemas.microsoft.com/office/drawing/2014/main" id="{CF74E21A-5776-0BA0-B35D-9C1C1AEAC4F9}"/>
              </a:ext>
            </a:extLst>
          </p:cNvPr>
          <p:cNvSpPr/>
          <p:nvPr/>
        </p:nvSpPr>
        <p:spPr>
          <a:xfrm flipH="1">
            <a:off x="8020016" y="4204416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415;p37">
            <a:extLst>
              <a:ext uri="{FF2B5EF4-FFF2-40B4-BE49-F238E27FC236}">
                <a16:creationId xmlns:a16="http://schemas.microsoft.com/office/drawing/2014/main" id="{27692807-F2A8-4FB3-1D2E-ADA7B41AEF15}"/>
              </a:ext>
            </a:extLst>
          </p:cNvPr>
          <p:cNvSpPr/>
          <p:nvPr/>
        </p:nvSpPr>
        <p:spPr>
          <a:xfrm flipH="1">
            <a:off x="8072622" y="5346084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415;p37">
            <a:extLst>
              <a:ext uri="{FF2B5EF4-FFF2-40B4-BE49-F238E27FC236}">
                <a16:creationId xmlns:a16="http://schemas.microsoft.com/office/drawing/2014/main" id="{A7C87FAE-26A8-5E68-76FC-01D83BEAFBDF}"/>
              </a:ext>
            </a:extLst>
          </p:cNvPr>
          <p:cNvSpPr/>
          <p:nvPr/>
        </p:nvSpPr>
        <p:spPr>
          <a:xfrm flipH="1">
            <a:off x="7882627" y="2047692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419;p37">
            <a:extLst>
              <a:ext uri="{FF2B5EF4-FFF2-40B4-BE49-F238E27FC236}">
                <a16:creationId xmlns:a16="http://schemas.microsoft.com/office/drawing/2014/main" id="{4398126D-7E49-7266-8569-EF0FD9604917}"/>
              </a:ext>
            </a:extLst>
          </p:cNvPr>
          <p:cNvSpPr txBox="1"/>
          <p:nvPr/>
        </p:nvSpPr>
        <p:spPr>
          <a:xfrm>
            <a:off x="7961693" y="2154097"/>
            <a:ext cx="620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s" sz="3000" b="1" dirty="0">
                <a:solidFill>
                  <a:schemeClr val="accent3"/>
                </a:solidFill>
                <a:latin typeface="Average Sans"/>
                <a:sym typeface="Average Sans"/>
              </a:rPr>
              <a:t>01</a:t>
            </a:r>
            <a:endParaRPr sz="3000" b="1" dirty="0">
              <a:solidFill>
                <a:schemeClr val="accent3"/>
              </a:solidFill>
              <a:latin typeface="Average Sans"/>
              <a:sym typeface="Average Sans"/>
            </a:endParaRPr>
          </a:p>
        </p:txBody>
      </p:sp>
      <p:sp>
        <p:nvSpPr>
          <p:cNvPr id="208" name="Google Shape;419;p37">
            <a:extLst>
              <a:ext uri="{FF2B5EF4-FFF2-40B4-BE49-F238E27FC236}">
                <a16:creationId xmlns:a16="http://schemas.microsoft.com/office/drawing/2014/main" id="{D0A2BD5B-D36F-381B-6AC7-8DB11F728693}"/>
              </a:ext>
            </a:extLst>
          </p:cNvPr>
          <p:cNvSpPr txBox="1"/>
          <p:nvPr/>
        </p:nvSpPr>
        <p:spPr>
          <a:xfrm>
            <a:off x="7989844" y="3179843"/>
            <a:ext cx="620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s" sz="3000" b="1" dirty="0">
                <a:solidFill>
                  <a:schemeClr val="accent3"/>
                </a:solidFill>
                <a:latin typeface="Average Sans"/>
                <a:sym typeface="Average Sans"/>
              </a:rPr>
              <a:t>02</a:t>
            </a:r>
            <a:endParaRPr sz="3000" b="1" dirty="0">
              <a:solidFill>
                <a:schemeClr val="accent3"/>
              </a:solidFill>
              <a:latin typeface="Average Sans"/>
              <a:sym typeface="Average Sans"/>
            </a:endParaRPr>
          </a:p>
        </p:txBody>
      </p:sp>
      <p:sp>
        <p:nvSpPr>
          <p:cNvPr id="209" name="Google Shape;419;p37">
            <a:extLst>
              <a:ext uri="{FF2B5EF4-FFF2-40B4-BE49-F238E27FC236}">
                <a16:creationId xmlns:a16="http://schemas.microsoft.com/office/drawing/2014/main" id="{27E8EEF7-DEAA-1B93-A4EC-3B2179DF1D39}"/>
              </a:ext>
            </a:extLst>
          </p:cNvPr>
          <p:cNvSpPr txBox="1"/>
          <p:nvPr/>
        </p:nvSpPr>
        <p:spPr>
          <a:xfrm>
            <a:off x="8104570" y="4314291"/>
            <a:ext cx="620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s" sz="3000" b="1" dirty="0">
                <a:solidFill>
                  <a:schemeClr val="accent3"/>
                </a:solidFill>
                <a:latin typeface="Average Sans"/>
                <a:sym typeface="Average Sans"/>
              </a:rPr>
              <a:t>03</a:t>
            </a:r>
            <a:endParaRPr sz="3000" b="1" dirty="0">
              <a:solidFill>
                <a:schemeClr val="accent3"/>
              </a:solidFill>
              <a:latin typeface="Average Sans"/>
              <a:sym typeface="Average Sans"/>
            </a:endParaRPr>
          </a:p>
        </p:txBody>
      </p:sp>
      <p:sp>
        <p:nvSpPr>
          <p:cNvPr id="210" name="Google Shape;419;p37">
            <a:extLst>
              <a:ext uri="{FF2B5EF4-FFF2-40B4-BE49-F238E27FC236}">
                <a16:creationId xmlns:a16="http://schemas.microsoft.com/office/drawing/2014/main" id="{2350E173-7D01-F905-2EEA-0F8130C691F6}"/>
              </a:ext>
            </a:extLst>
          </p:cNvPr>
          <p:cNvSpPr txBox="1"/>
          <p:nvPr/>
        </p:nvSpPr>
        <p:spPr>
          <a:xfrm>
            <a:off x="8173268" y="5432586"/>
            <a:ext cx="620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s" sz="3000" b="1" dirty="0">
                <a:solidFill>
                  <a:schemeClr val="accent3"/>
                </a:solidFill>
                <a:latin typeface="Average Sans"/>
                <a:sym typeface="Average Sans"/>
              </a:rPr>
              <a:t>04</a:t>
            </a:r>
            <a:endParaRPr sz="3000" b="1" dirty="0">
              <a:solidFill>
                <a:schemeClr val="accent3"/>
              </a:solidFill>
              <a:latin typeface="Average Sans"/>
              <a:sym typeface="Average Sans"/>
            </a:endParaRPr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36DCD0B4-C27F-7414-EB8E-6792BD6FA452}"/>
              </a:ext>
            </a:extLst>
          </p:cNvPr>
          <p:cNvSpPr txBox="1"/>
          <p:nvPr/>
        </p:nvSpPr>
        <p:spPr>
          <a:xfrm>
            <a:off x="5544342" y="4313048"/>
            <a:ext cx="85083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  <a:sym typeface="Commissioner"/>
              </a:rPr>
              <a:t>DIABETES</a:t>
            </a:r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19E6D6FA-F9AD-58F7-679C-B63696175B45}"/>
              </a:ext>
            </a:extLst>
          </p:cNvPr>
          <p:cNvSpPr txBox="1"/>
          <p:nvPr/>
        </p:nvSpPr>
        <p:spPr>
          <a:xfrm>
            <a:off x="5529834" y="3200799"/>
            <a:ext cx="85083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  <a:sym typeface="Commissioner"/>
              </a:rPr>
              <a:t>OBESIDAD</a:t>
            </a:r>
          </a:p>
        </p:txBody>
      </p:sp>
      <p:sp>
        <p:nvSpPr>
          <p:cNvPr id="213" name="Google Shape;411;p37">
            <a:extLst>
              <a:ext uri="{FF2B5EF4-FFF2-40B4-BE49-F238E27FC236}">
                <a16:creationId xmlns:a16="http://schemas.microsoft.com/office/drawing/2014/main" id="{B2FC3672-DBFD-E65E-8C51-0892035E2731}"/>
              </a:ext>
            </a:extLst>
          </p:cNvPr>
          <p:cNvSpPr txBox="1"/>
          <p:nvPr/>
        </p:nvSpPr>
        <p:spPr>
          <a:xfrm>
            <a:off x="9104266" y="5339089"/>
            <a:ext cx="2183186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" sz="2000" dirty="0">
                <a:latin typeface="Arial" panose="020B0604020202020204" pitchFamily="34" charset="0"/>
                <a:cs typeface="Arial" panose="020B0604020202020204" pitchFamily="34" charset="0"/>
                <a:sym typeface="Commissioner"/>
              </a:rPr>
              <a:t>HIPERTENSI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  <a:sym typeface="Average Sans"/>
              </a:rPr>
              <a:t>Ó</a:t>
            </a:r>
            <a:r>
              <a:rPr lang="es" sz="2000" dirty="0">
                <a:latin typeface="Arial" panose="020B0604020202020204" pitchFamily="34" charset="0"/>
                <a:cs typeface="Arial" panose="020B0604020202020204" pitchFamily="34" charset="0"/>
                <a:sym typeface="Commissioner"/>
              </a:rPr>
              <a:t>N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  <a:sym typeface="Commissioner"/>
            </a:endParaRPr>
          </a:p>
        </p:txBody>
      </p:sp>
    </p:spTree>
    <p:extLst>
      <p:ext uri="{BB962C8B-B14F-4D97-AF65-F5344CB8AC3E}">
        <p14:creationId xmlns:p14="http://schemas.microsoft.com/office/powerpoint/2010/main" val="340007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B6DF6-0437-FE79-D14E-483F5FDE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DCEA8FA-8DF4-BD7C-6777-022853F1D8FF}"/>
              </a:ext>
            </a:extLst>
          </p:cNvPr>
          <p:cNvCxnSpPr>
            <a:cxnSpLocks/>
          </p:cNvCxnSpPr>
          <p:nvPr/>
        </p:nvCxnSpPr>
        <p:spPr>
          <a:xfrm>
            <a:off x="223200" y="731142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5503775F-4C86-D993-7E69-0DB2DF85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4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EC215C8-10AA-283E-C558-9E0948513046}"/>
              </a:ext>
            </a:extLst>
          </p:cNvPr>
          <p:cNvSpPr txBox="1"/>
          <p:nvPr/>
        </p:nvSpPr>
        <p:spPr>
          <a:xfrm>
            <a:off x="2935200" y="13274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OBJETIVO GENERAL: </a:t>
            </a:r>
            <a:endParaRPr lang="es-MX" sz="32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793986-423A-529E-5A80-EF3A5A771360}"/>
              </a:ext>
            </a:extLst>
          </p:cNvPr>
          <p:cNvSpPr txBox="1"/>
          <p:nvPr/>
        </p:nvSpPr>
        <p:spPr>
          <a:xfrm>
            <a:off x="423082" y="1278465"/>
            <a:ext cx="113201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Evaluar el comportamiento higroscópico de galletas funcionales mediante isotermas de sorción ajustadas a los modelos GAB y BET, determinando parámetros termodinámicos relevantes para la estabilidad del alimento. </a:t>
            </a:r>
          </a:p>
          <a:p>
            <a:pPr algn="just"/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52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70C73-20BA-79BD-4AC8-487F7A339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12B41B7-35C0-30A5-96FD-74DBFABAB058}"/>
              </a:ext>
            </a:extLst>
          </p:cNvPr>
          <p:cNvCxnSpPr>
            <a:cxnSpLocks/>
          </p:cNvCxnSpPr>
          <p:nvPr/>
        </p:nvCxnSpPr>
        <p:spPr>
          <a:xfrm>
            <a:off x="252640" y="831427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FFD58D0C-0518-24D0-2C8E-B7D201FFD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5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18FD53C-6997-BE43-E02C-D11B36FD0C18}"/>
              </a:ext>
            </a:extLst>
          </p:cNvPr>
          <p:cNvSpPr txBox="1"/>
          <p:nvPr/>
        </p:nvSpPr>
        <p:spPr>
          <a:xfrm>
            <a:off x="3048000" y="10377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OBJETIVOS PARTICULARES: </a:t>
            </a:r>
            <a:endParaRPr lang="es-MX" sz="3200" b="1" dirty="0"/>
          </a:p>
        </p:txBody>
      </p:sp>
      <p:sp>
        <p:nvSpPr>
          <p:cNvPr id="3" name="Google Shape;495;p39">
            <a:extLst>
              <a:ext uri="{FF2B5EF4-FFF2-40B4-BE49-F238E27FC236}">
                <a16:creationId xmlns:a16="http://schemas.microsoft.com/office/drawing/2014/main" id="{536C49C8-FFB2-E5F9-8900-75B5871BA32E}"/>
              </a:ext>
            </a:extLst>
          </p:cNvPr>
          <p:cNvSpPr/>
          <p:nvPr/>
        </p:nvSpPr>
        <p:spPr>
          <a:xfrm>
            <a:off x="253250" y="2600875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95;p39">
            <a:extLst>
              <a:ext uri="{FF2B5EF4-FFF2-40B4-BE49-F238E27FC236}">
                <a16:creationId xmlns:a16="http://schemas.microsoft.com/office/drawing/2014/main" id="{0AAD3FEA-C1F2-3C81-5702-7EBADD963F85}"/>
              </a:ext>
            </a:extLst>
          </p:cNvPr>
          <p:cNvSpPr/>
          <p:nvPr/>
        </p:nvSpPr>
        <p:spPr>
          <a:xfrm>
            <a:off x="258066" y="3427199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5;p39">
            <a:extLst>
              <a:ext uri="{FF2B5EF4-FFF2-40B4-BE49-F238E27FC236}">
                <a16:creationId xmlns:a16="http://schemas.microsoft.com/office/drawing/2014/main" id="{CD71BEB0-86DA-CCCE-254B-6942F3DE225F}"/>
              </a:ext>
            </a:extLst>
          </p:cNvPr>
          <p:cNvSpPr/>
          <p:nvPr/>
        </p:nvSpPr>
        <p:spPr>
          <a:xfrm>
            <a:off x="271878" y="1530621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527;p39">
            <a:extLst>
              <a:ext uri="{FF2B5EF4-FFF2-40B4-BE49-F238E27FC236}">
                <a16:creationId xmlns:a16="http://schemas.microsoft.com/office/drawing/2014/main" id="{42E4ABA1-2598-147F-F90D-462726BD5423}"/>
              </a:ext>
            </a:extLst>
          </p:cNvPr>
          <p:cNvGrpSpPr/>
          <p:nvPr/>
        </p:nvGrpSpPr>
        <p:grpSpPr>
          <a:xfrm>
            <a:off x="588107" y="1643607"/>
            <a:ext cx="250239" cy="355574"/>
            <a:chOff x="2269500" y="3652375"/>
            <a:chExt cx="185775" cy="263975"/>
          </a:xfrm>
        </p:grpSpPr>
        <p:sp>
          <p:nvSpPr>
            <p:cNvPr id="12" name="Google Shape;528;p39">
              <a:extLst>
                <a:ext uri="{FF2B5EF4-FFF2-40B4-BE49-F238E27FC236}">
                  <a16:creationId xmlns:a16="http://schemas.microsoft.com/office/drawing/2014/main" id="{8E6D4B81-F134-701E-D31B-25B6654D69BA}"/>
                </a:ext>
              </a:extLst>
            </p:cNvPr>
            <p:cNvSpPr/>
            <p:nvPr/>
          </p:nvSpPr>
          <p:spPr>
            <a:xfrm>
              <a:off x="2285575" y="3883000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167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477"/>
                    <a:pt x="262" y="715"/>
                    <a:pt x="572" y="715"/>
                  </a:cubicBezTo>
                  <a:cubicBezTo>
                    <a:pt x="714" y="667"/>
                    <a:pt x="714" y="453"/>
                    <a:pt x="572" y="429"/>
                  </a:cubicBezTo>
                  <a:lnTo>
                    <a:pt x="572" y="405"/>
                  </a:lnTo>
                  <a:cubicBezTo>
                    <a:pt x="429" y="405"/>
                    <a:pt x="310" y="310"/>
                    <a:pt x="310" y="167"/>
                  </a:cubicBezTo>
                  <a:cubicBezTo>
                    <a:pt x="310" y="72"/>
                    <a:pt x="238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9;p39">
              <a:extLst>
                <a:ext uri="{FF2B5EF4-FFF2-40B4-BE49-F238E27FC236}">
                  <a16:creationId xmlns:a16="http://schemas.microsoft.com/office/drawing/2014/main" id="{434EFCCD-2396-1C81-DC66-FD69B71F4665}"/>
                </a:ext>
              </a:extLst>
            </p:cNvPr>
            <p:cNvSpPr/>
            <p:nvPr/>
          </p:nvSpPr>
          <p:spPr>
            <a:xfrm>
              <a:off x="2269500" y="3680750"/>
              <a:ext cx="146475" cy="235600"/>
            </a:xfrm>
            <a:custGeom>
              <a:avLst/>
              <a:gdLst/>
              <a:ahLst/>
              <a:cxnLst/>
              <a:rect l="l" t="t" r="r" b="b"/>
              <a:pathLst>
                <a:path w="5859" h="9424" extrusionOk="0">
                  <a:moveTo>
                    <a:pt x="4096" y="6566"/>
                  </a:moveTo>
                  <a:cubicBezTo>
                    <a:pt x="4120" y="6566"/>
                    <a:pt x="4144" y="6590"/>
                    <a:pt x="4144" y="6614"/>
                  </a:cubicBezTo>
                  <a:lnTo>
                    <a:pt x="4144" y="6804"/>
                  </a:lnTo>
                  <a:cubicBezTo>
                    <a:pt x="4144" y="6828"/>
                    <a:pt x="4120" y="6852"/>
                    <a:pt x="4096" y="6852"/>
                  </a:cubicBezTo>
                  <a:lnTo>
                    <a:pt x="3382" y="6852"/>
                  </a:lnTo>
                  <a:cubicBezTo>
                    <a:pt x="3310" y="6852"/>
                    <a:pt x="3239" y="6900"/>
                    <a:pt x="3239" y="6995"/>
                  </a:cubicBezTo>
                  <a:cubicBezTo>
                    <a:pt x="3215" y="7090"/>
                    <a:pt x="3286" y="7161"/>
                    <a:pt x="3382" y="7161"/>
                  </a:cubicBezTo>
                  <a:lnTo>
                    <a:pt x="4215" y="7161"/>
                  </a:lnTo>
                  <a:cubicBezTo>
                    <a:pt x="4549" y="7161"/>
                    <a:pt x="4834" y="7447"/>
                    <a:pt x="4834" y="7804"/>
                  </a:cubicBezTo>
                  <a:lnTo>
                    <a:pt x="4834" y="8447"/>
                  </a:lnTo>
                  <a:cubicBezTo>
                    <a:pt x="4834" y="8805"/>
                    <a:pt x="4549" y="9090"/>
                    <a:pt x="4215" y="9090"/>
                  </a:cubicBezTo>
                  <a:lnTo>
                    <a:pt x="929" y="9090"/>
                  </a:lnTo>
                  <a:cubicBezTo>
                    <a:pt x="572" y="9090"/>
                    <a:pt x="286" y="8805"/>
                    <a:pt x="286" y="8447"/>
                  </a:cubicBezTo>
                  <a:lnTo>
                    <a:pt x="286" y="7804"/>
                  </a:lnTo>
                  <a:cubicBezTo>
                    <a:pt x="286" y="7447"/>
                    <a:pt x="572" y="7161"/>
                    <a:pt x="929" y="7161"/>
                  </a:cubicBezTo>
                  <a:lnTo>
                    <a:pt x="2763" y="7161"/>
                  </a:lnTo>
                  <a:cubicBezTo>
                    <a:pt x="2858" y="7161"/>
                    <a:pt x="2929" y="7114"/>
                    <a:pt x="2929" y="7019"/>
                  </a:cubicBezTo>
                  <a:cubicBezTo>
                    <a:pt x="2953" y="6923"/>
                    <a:pt x="2882" y="6852"/>
                    <a:pt x="2786" y="6852"/>
                  </a:cubicBezTo>
                  <a:lnTo>
                    <a:pt x="1048" y="6852"/>
                  </a:lnTo>
                  <a:cubicBezTo>
                    <a:pt x="1024" y="6852"/>
                    <a:pt x="1000" y="6828"/>
                    <a:pt x="1000" y="6804"/>
                  </a:cubicBezTo>
                  <a:lnTo>
                    <a:pt x="1000" y="6614"/>
                  </a:lnTo>
                  <a:cubicBezTo>
                    <a:pt x="1000" y="6566"/>
                    <a:pt x="1024" y="6566"/>
                    <a:pt x="1048" y="6566"/>
                  </a:cubicBezTo>
                  <a:close/>
                  <a:moveTo>
                    <a:pt x="5154" y="0"/>
                  </a:moveTo>
                  <a:cubicBezTo>
                    <a:pt x="5110" y="0"/>
                    <a:pt x="5064" y="19"/>
                    <a:pt x="5025" y="65"/>
                  </a:cubicBezTo>
                  <a:cubicBezTo>
                    <a:pt x="4001" y="1398"/>
                    <a:pt x="3239" y="2923"/>
                    <a:pt x="2810" y="4566"/>
                  </a:cubicBezTo>
                  <a:lnTo>
                    <a:pt x="2739" y="4804"/>
                  </a:lnTo>
                  <a:cubicBezTo>
                    <a:pt x="2286" y="4590"/>
                    <a:pt x="2048" y="4042"/>
                    <a:pt x="2215" y="3566"/>
                  </a:cubicBezTo>
                  <a:cubicBezTo>
                    <a:pt x="2334" y="3184"/>
                    <a:pt x="2477" y="2803"/>
                    <a:pt x="2643" y="2422"/>
                  </a:cubicBezTo>
                  <a:lnTo>
                    <a:pt x="3144" y="2589"/>
                  </a:lnTo>
                  <a:cubicBezTo>
                    <a:pt x="3160" y="2593"/>
                    <a:pt x="3176" y="2595"/>
                    <a:pt x="3190" y="2595"/>
                  </a:cubicBezTo>
                  <a:cubicBezTo>
                    <a:pt x="3262" y="2595"/>
                    <a:pt x="3314" y="2549"/>
                    <a:pt x="3334" y="2470"/>
                  </a:cubicBezTo>
                  <a:cubicBezTo>
                    <a:pt x="3358" y="2399"/>
                    <a:pt x="3334" y="2303"/>
                    <a:pt x="3239" y="2280"/>
                  </a:cubicBezTo>
                  <a:lnTo>
                    <a:pt x="2596" y="2089"/>
                  </a:lnTo>
                  <a:cubicBezTo>
                    <a:pt x="2576" y="2076"/>
                    <a:pt x="2556" y="2070"/>
                    <a:pt x="2536" y="2070"/>
                  </a:cubicBezTo>
                  <a:cubicBezTo>
                    <a:pt x="2486" y="2070"/>
                    <a:pt x="2440" y="2109"/>
                    <a:pt x="2405" y="2160"/>
                  </a:cubicBezTo>
                  <a:cubicBezTo>
                    <a:pt x="2215" y="2613"/>
                    <a:pt x="2048" y="3042"/>
                    <a:pt x="1929" y="3470"/>
                  </a:cubicBezTo>
                  <a:cubicBezTo>
                    <a:pt x="1715" y="4113"/>
                    <a:pt x="2024" y="4828"/>
                    <a:pt x="2667" y="5113"/>
                  </a:cubicBezTo>
                  <a:lnTo>
                    <a:pt x="2358" y="6257"/>
                  </a:lnTo>
                  <a:lnTo>
                    <a:pt x="1048" y="6257"/>
                  </a:lnTo>
                  <a:cubicBezTo>
                    <a:pt x="857" y="6257"/>
                    <a:pt x="691" y="6423"/>
                    <a:pt x="714" y="6614"/>
                  </a:cubicBezTo>
                  <a:lnTo>
                    <a:pt x="714" y="6828"/>
                  </a:lnTo>
                  <a:cubicBezTo>
                    <a:pt x="691" y="6852"/>
                    <a:pt x="691" y="6876"/>
                    <a:pt x="714" y="6900"/>
                  </a:cubicBezTo>
                  <a:cubicBezTo>
                    <a:pt x="286" y="6995"/>
                    <a:pt x="0" y="7376"/>
                    <a:pt x="0" y="7828"/>
                  </a:cubicBezTo>
                  <a:lnTo>
                    <a:pt x="0" y="8447"/>
                  </a:lnTo>
                  <a:cubicBezTo>
                    <a:pt x="0" y="8971"/>
                    <a:pt x="405" y="9400"/>
                    <a:pt x="929" y="9424"/>
                  </a:cubicBezTo>
                  <a:lnTo>
                    <a:pt x="4215" y="9424"/>
                  </a:lnTo>
                  <a:cubicBezTo>
                    <a:pt x="4739" y="9400"/>
                    <a:pt x="5168" y="8971"/>
                    <a:pt x="5168" y="8447"/>
                  </a:cubicBezTo>
                  <a:lnTo>
                    <a:pt x="5168" y="7828"/>
                  </a:lnTo>
                  <a:cubicBezTo>
                    <a:pt x="5168" y="7376"/>
                    <a:pt x="4858" y="6995"/>
                    <a:pt x="4453" y="6900"/>
                  </a:cubicBezTo>
                  <a:cubicBezTo>
                    <a:pt x="4453" y="6876"/>
                    <a:pt x="4453" y="6852"/>
                    <a:pt x="4453" y="6828"/>
                  </a:cubicBezTo>
                  <a:lnTo>
                    <a:pt x="4453" y="6614"/>
                  </a:lnTo>
                  <a:cubicBezTo>
                    <a:pt x="4453" y="6399"/>
                    <a:pt x="4287" y="6257"/>
                    <a:pt x="4096" y="6257"/>
                  </a:cubicBezTo>
                  <a:lnTo>
                    <a:pt x="2691" y="6257"/>
                  </a:lnTo>
                  <a:lnTo>
                    <a:pt x="2977" y="5185"/>
                  </a:lnTo>
                  <a:cubicBezTo>
                    <a:pt x="3043" y="5195"/>
                    <a:pt x="3109" y="5199"/>
                    <a:pt x="3174" y="5199"/>
                  </a:cubicBezTo>
                  <a:cubicBezTo>
                    <a:pt x="3743" y="5199"/>
                    <a:pt x="4261" y="4836"/>
                    <a:pt x="4453" y="4280"/>
                  </a:cubicBezTo>
                  <a:cubicBezTo>
                    <a:pt x="4834" y="3327"/>
                    <a:pt x="5287" y="2422"/>
                    <a:pt x="5835" y="1565"/>
                  </a:cubicBezTo>
                  <a:cubicBezTo>
                    <a:pt x="5858" y="1470"/>
                    <a:pt x="5835" y="1375"/>
                    <a:pt x="5763" y="1351"/>
                  </a:cubicBezTo>
                  <a:cubicBezTo>
                    <a:pt x="5738" y="1334"/>
                    <a:pt x="5710" y="1326"/>
                    <a:pt x="5681" y="1326"/>
                  </a:cubicBezTo>
                  <a:cubicBezTo>
                    <a:pt x="5630" y="1326"/>
                    <a:pt x="5580" y="1352"/>
                    <a:pt x="5549" y="1398"/>
                  </a:cubicBezTo>
                  <a:cubicBezTo>
                    <a:pt x="5477" y="1517"/>
                    <a:pt x="5406" y="1660"/>
                    <a:pt x="5334" y="1779"/>
                  </a:cubicBezTo>
                  <a:lnTo>
                    <a:pt x="4691" y="1589"/>
                  </a:lnTo>
                  <a:cubicBezTo>
                    <a:pt x="4671" y="1581"/>
                    <a:pt x="4651" y="1578"/>
                    <a:pt x="4633" y="1578"/>
                  </a:cubicBezTo>
                  <a:cubicBezTo>
                    <a:pt x="4484" y="1578"/>
                    <a:pt x="4427" y="1811"/>
                    <a:pt x="4596" y="1875"/>
                  </a:cubicBezTo>
                  <a:lnTo>
                    <a:pt x="5168" y="2065"/>
                  </a:lnTo>
                  <a:cubicBezTo>
                    <a:pt x="5049" y="2303"/>
                    <a:pt x="4906" y="2541"/>
                    <a:pt x="4787" y="2780"/>
                  </a:cubicBezTo>
                  <a:lnTo>
                    <a:pt x="4191" y="2589"/>
                  </a:lnTo>
                  <a:cubicBezTo>
                    <a:pt x="4170" y="2581"/>
                    <a:pt x="4151" y="2578"/>
                    <a:pt x="4132" y="2578"/>
                  </a:cubicBezTo>
                  <a:cubicBezTo>
                    <a:pt x="3983" y="2578"/>
                    <a:pt x="3926" y="2811"/>
                    <a:pt x="4096" y="2875"/>
                  </a:cubicBezTo>
                  <a:lnTo>
                    <a:pt x="4644" y="3065"/>
                  </a:lnTo>
                  <a:cubicBezTo>
                    <a:pt x="4453" y="3423"/>
                    <a:pt x="4287" y="3804"/>
                    <a:pt x="4144" y="4209"/>
                  </a:cubicBezTo>
                  <a:cubicBezTo>
                    <a:pt x="3989" y="4628"/>
                    <a:pt x="3589" y="4904"/>
                    <a:pt x="3152" y="4904"/>
                  </a:cubicBezTo>
                  <a:cubicBezTo>
                    <a:pt x="3117" y="4904"/>
                    <a:pt x="3083" y="4903"/>
                    <a:pt x="3048" y="4899"/>
                  </a:cubicBezTo>
                  <a:lnTo>
                    <a:pt x="3096" y="4637"/>
                  </a:lnTo>
                  <a:cubicBezTo>
                    <a:pt x="3525" y="3042"/>
                    <a:pt x="4263" y="1565"/>
                    <a:pt x="5287" y="255"/>
                  </a:cubicBezTo>
                  <a:cubicBezTo>
                    <a:pt x="5373" y="134"/>
                    <a:pt x="5271" y="0"/>
                    <a:pt x="5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30;p39">
              <a:extLst>
                <a:ext uri="{FF2B5EF4-FFF2-40B4-BE49-F238E27FC236}">
                  <a16:creationId xmlns:a16="http://schemas.microsoft.com/office/drawing/2014/main" id="{D622788C-637E-DA9C-39DC-FAB117840567}"/>
                </a:ext>
              </a:extLst>
            </p:cNvPr>
            <p:cNvSpPr/>
            <p:nvPr/>
          </p:nvSpPr>
          <p:spPr>
            <a:xfrm>
              <a:off x="2333775" y="3652375"/>
              <a:ext cx="121500" cy="77050"/>
            </a:xfrm>
            <a:custGeom>
              <a:avLst/>
              <a:gdLst/>
              <a:ahLst/>
              <a:cxnLst/>
              <a:rect l="l" t="t" r="r" b="b"/>
              <a:pathLst>
                <a:path w="4860" h="3082" extrusionOk="0">
                  <a:moveTo>
                    <a:pt x="3569" y="0"/>
                  </a:moveTo>
                  <a:cubicBezTo>
                    <a:pt x="3453" y="0"/>
                    <a:pt x="3335" y="3"/>
                    <a:pt x="3216" y="9"/>
                  </a:cubicBezTo>
                  <a:cubicBezTo>
                    <a:pt x="2240" y="81"/>
                    <a:pt x="1501" y="414"/>
                    <a:pt x="1120" y="1009"/>
                  </a:cubicBezTo>
                  <a:cubicBezTo>
                    <a:pt x="715" y="1605"/>
                    <a:pt x="358" y="2224"/>
                    <a:pt x="49" y="2867"/>
                  </a:cubicBezTo>
                  <a:cubicBezTo>
                    <a:pt x="1" y="2938"/>
                    <a:pt x="49" y="3034"/>
                    <a:pt x="120" y="3081"/>
                  </a:cubicBezTo>
                  <a:lnTo>
                    <a:pt x="192" y="3081"/>
                  </a:lnTo>
                  <a:cubicBezTo>
                    <a:pt x="239" y="3081"/>
                    <a:pt x="311" y="3057"/>
                    <a:pt x="334" y="3010"/>
                  </a:cubicBezTo>
                  <a:cubicBezTo>
                    <a:pt x="406" y="2843"/>
                    <a:pt x="477" y="2700"/>
                    <a:pt x="549" y="2557"/>
                  </a:cubicBezTo>
                  <a:lnTo>
                    <a:pt x="1096" y="2724"/>
                  </a:lnTo>
                  <a:cubicBezTo>
                    <a:pt x="1109" y="2728"/>
                    <a:pt x="1123" y="2730"/>
                    <a:pt x="1136" y="2730"/>
                  </a:cubicBezTo>
                  <a:cubicBezTo>
                    <a:pt x="1199" y="2730"/>
                    <a:pt x="1267" y="2687"/>
                    <a:pt x="1287" y="2629"/>
                  </a:cubicBezTo>
                  <a:cubicBezTo>
                    <a:pt x="1311" y="2533"/>
                    <a:pt x="1263" y="2462"/>
                    <a:pt x="1192" y="2414"/>
                  </a:cubicBezTo>
                  <a:lnTo>
                    <a:pt x="692" y="2271"/>
                  </a:lnTo>
                  <a:cubicBezTo>
                    <a:pt x="834" y="2033"/>
                    <a:pt x="977" y="1795"/>
                    <a:pt x="1120" y="1581"/>
                  </a:cubicBezTo>
                  <a:lnTo>
                    <a:pt x="1668" y="1748"/>
                  </a:lnTo>
                  <a:cubicBezTo>
                    <a:pt x="1690" y="1755"/>
                    <a:pt x="1710" y="1758"/>
                    <a:pt x="1729" y="1758"/>
                  </a:cubicBezTo>
                  <a:cubicBezTo>
                    <a:pt x="1894" y="1758"/>
                    <a:pt x="1934" y="1505"/>
                    <a:pt x="1763" y="1462"/>
                  </a:cubicBezTo>
                  <a:lnTo>
                    <a:pt x="1287" y="1295"/>
                  </a:lnTo>
                  <a:lnTo>
                    <a:pt x="1382" y="1176"/>
                  </a:lnTo>
                  <a:cubicBezTo>
                    <a:pt x="1837" y="461"/>
                    <a:pt x="2836" y="311"/>
                    <a:pt x="3591" y="311"/>
                  </a:cubicBezTo>
                  <a:cubicBezTo>
                    <a:pt x="3942" y="311"/>
                    <a:pt x="4240" y="344"/>
                    <a:pt x="4407" y="366"/>
                  </a:cubicBezTo>
                  <a:cubicBezTo>
                    <a:pt x="4002" y="866"/>
                    <a:pt x="3645" y="1390"/>
                    <a:pt x="3335" y="1938"/>
                  </a:cubicBezTo>
                  <a:lnTo>
                    <a:pt x="2716" y="1748"/>
                  </a:lnTo>
                  <a:cubicBezTo>
                    <a:pt x="2699" y="1743"/>
                    <a:pt x="2683" y="1741"/>
                    <a:pt x="2668" y="1741"/>
                  </a:cubicBezTo>
                  <a:cubicBezTo>
                    <a:pt x="2597" y="1741"/>
                    <a:pt x="2545" y="1784"/>
                    <a:pt x="2525" y="1843"/>
                  </a:cubicBezTo>
                  <a:cubicBezTo>
                    <a:pt x="2502" y="1938"/>
                    <a:pt x="2525" y="2009"/>
                    <a:pt x="2621" y="2057"/>
                  </a:cubicBezTo>
                  <a:lnTo>
                    <a:pt x="3240" y="2248"/>
                  </a:lnTo>
                  <a:lnTo>
                    <a:pt x="3335" y="2271"/>
                  </a:lnTo>
                  <a:cubicBezTo>
                    <a:pt x="3354" y="2278"/>
                    <a:pt x="3373" y="2281"/>
                    <a:pt x="3392" y="2281"/>
                  </a:cubicBezTo>
                  <a:cubicBezTo>
                    <a:pt x="3443" y="2281"/>
                    <a:pt x="3491" y="2259"/>
                    <a:pt x="3526" y="2224"/>
                  </a:cubicBezTo>
                  <a:cubicBezTo>
                    <a:pt x="3883" y="1581"/>
                    <a:pt x="4288" y="985"/>
                    <a:pt x="4764" y="438"/>
                  </a:cubicBezTo>
                  <a:cubicBezTo>
                    <a:pt x="4835" y="390"/>
                    <a:pt x="4859" y="319"/>
                    <a:pt x="4835" y="247"/>
                  </a:cubicBezTo>
                  <a:cubicBezTo>
                    <a:pt x="4788" y="152"/>
                    <a:pt x="4692" y="81"/>
                    <a:pt x="4597" y="81"/>
                  </a:cubicBezTo>
                  <a:cubicBezTo>
                    <a:pt x="4258" y="27"/>
                    <a:pt x="3918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512;p39">
            <a:extLst>
              <a:ext uri="{FF2B5EF4-FFF2-40B4-BE49-F238E27FC236}">
                <a16:creationId xmlns:a16="http://schemas.microsoft.com/office/drawing/2014/main" id="{1A2441E6-4F88-1577-E6F2-AA07E5DA6EBB}"/>
              </a:ext>
            </a:extLst>
          </p:cNvPr>
          <p:cNvGrpSpPr/>
          <p:nvPr/>
        </p:nvGrpSpPr>
        <p:grpSpPr>
          <a:xfrm>
            <a:off x="508515" y="2691481"/>
            <a:ext cx="333652" cy="355305"/>
            <a:chOff x="5111750" y="4086600"/>
            <a:chExt cx="247700" cy="263775"/>
          </a:xfrm>
        </p:grpSpPr>
        <p:sp>
          <p:nvSpPr>
            <p:cNvPr id="17" name="Google Shape;513;p39">
              <a:extLst>
                <a:ext uri="{FF2B5EF4-FFF2-40B4-BE49-F238E27FC236}">
                  <a16:creationId xmlns:a16="http://schemas.microsoft.com/office/drawing/2014/main" id="{20C3ABC1-CF6F-DFE0-678C-73BA493D5080}"/>
                </a:ext>
              </a:extLst>
            </p:cNvPr>
            <p:cNvSpPr/>
            <p:nvPr/>
          </p:nvSpPr>
          <p:spPr>
            <a:xfrm>
              <a:off x="5306425" y="4289500"/>
              <a:ext cx="8375" cy="8000"/>
            </a:xfrm>
            <a:custGeom>
              <a:avLst/>
              <a:gdLst/>
              <a:ahLst/>
              <a:cxnLst/>
              <a:rect l="l" t="t" r="r" b="b"/>
              <a:pathLst>
                <a:path w="335" h="320" extrusionOk="0">
                  <a:moveTo>
                    <a:pt x="180" y="1"/>
                  </a:moveTo>
                  <a:cubicBezTo>
                    <a:pt x="168" y="1"/>
                    <a:pt x="156" y="2"/>
                    <a:pt x="144" y="5"/>
                  </a:cubicBezTo>
                  <a:cubicBezTo>
                    <a:pt x="72" y="5"/>
                    <a:pt x="1" y="77"/>
                    <a:pt x="25" y="172"/>
                  </a:cubicBezTo>
                  <a:cubicBezTo>
                    <a:pt x="1" y="244"/>
                    <a:pt x="72" y="315"/>
                    <a:pt x="144" y="315"/>
                  </a:cubicBezTo>
                  <a:cubicBezTo>
                    <a:pt x="156" y="318"/>
                    <a:pt x="168" y="320"/>
                    <a:pt x="180" y="320"/>
                  </a:cubicBezTo>
                  <a:cubicBezTo>
                    <a:pt x="257" y="320"/>
                    <a:pt x="313" y="255"/>
                    <a:pt x="334" y="172"/>
                  </a:cubicBezTo>
                  <a:lnTo>
                    <a:pt x="334" y="148"/>
                  </a:lnTo>
                  <a:cubicBezTo>
                    <a:pt x="313" y="66"/>
                    <a:pt x="25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14;p39">
              <a:extLst>
                <a:ext uri="{FF2B5EF4-FFF2-40B4-BE49-F238E27FC236}">
                  <a16:creationId xmlns:a16="http://schemas.microsoft.com/office/drawing/2014/main" id="{9AC03F72-B7FF-AE24-1226-D73C1641660C}"/>
                </a:ext>
              </a:extLst>
            </p:cNvPr>
            <p:cNvSpPr/>
            <p:nvPr/>
          </p:nvSpPr>
          <p:spPr>
            <a:xfrm>
              <a:off x="5127225" y="4289500"/>
              <a:ext cx="7775" cy="8000"/>
            </a:xfrm>
            <a:custGeom>
              <a:avLst/>
              <a:gdLst/>
              <a:ahLst/>
              <a:cxnLst/>
              <a:rect l="l" t="t" r="r" b="b"/>
              <a:pathLst>
                <a:path w="311" h="320" extrusionOk="0">
                  <a:moveTo>
                    <a:pt x="157" y="1"/>
                  </a:moveTo>
                  <a:cubicBezTo>
                    <a:pt x="145" y="1"/>
                    <a:pt x="132" y="2"/>
                    <a:pt x="120" y="5"/>
                  </a:cubicBezTo>
                  <a:cubicBezTo>
                    <a:pt x="48" y="5"/>
                    <a:pt x="1" y="77"/>
                    <a:pt x="1" y="172"/>
                  </a:cubicBezTo>
                  <a:cubicBezTo>
                    <a:pt x="1" y="244"/>
                    <a:pt x="48" y="315"/>
                    <a:pt x="120" y="315"/>
                  </a:cubicBezTo>
                  <a:cubicBezTo>
                    <a:pt x="132" y="318"/>
                    <a:pt x="145" y="320"/>
                    <a:pt x="157" y="320"/>
                  </a:cubicBezTo>
                  <a:cubicBezTo>
                    <a:pt x="238" y="320"/>
                    <a:pt x="310" y="255"/>
                    <a:pt x="310" y="172"/>
                  </a:cubicBezTo>
                  <a:lnTo>
                    <a:pt x="310" y="148"/>
                  </a:lnTo>
                  <a:cubicBezTo>
                    <a:pt x="310" y="66"/>
                    <a:pt x="238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15;p39">
              <a:extLst>
                <a:ext uri="{FF2B5EF4-FFF2-40B4-BE49-F238E27FC236}">
                  <a16:creationId xmlns:a16="http://schemas.microsoft.com/office/drawing/2014/main" id="{FA704974-0BAC-CB46-2CD0-2011994E3D0C}"/>
                </a:ext>
              </a:extLst>
            </p:cNvPr>
            <p:cNvSpPr/>
            <p:nvPr/>
          </p:nvSpPr>
          <p:spPr>
            <a:xfrm>
              <a:off x="5146875" y="4312125"/>
              <a:ext cx="7775" cy="8475"/>
            </a:xfrm>
            <a:custGeom>
              <a:avLst/>
              <a:gdLst/>
              <a:ahLst/>
              <a:cxnLst/>
              <a:rect l="l" t="t" r="r" b="b"/>
              <a:pathLst>
                <a:path w="311" h="339" extrusionOk="0">
                  <a:moveTo>
                    <a:pt x="180" y="1"/>
                  </a:moveTo>
                  <a:cubicBezTo>
                    <a:pt x="168" y="1"/>
                    <a:pt x="156" y="2"/>
                    <a:pt x="143" y="5"/>
                  </a:cubicBezTo>
                  <a:cubicBezTo>
                    <a:pt x="72" y="5"/>
                    <a:pt x="0" y="77"/>
                    <a:pt x="24" y="172"/>
                  </a:cubicBezTo>
                  <a:cubicBezTo>
                    <a:pt x="0" y="244"/>
                    <a:pt x="72" y="315"/>
                    <a:pt x="143" y="339"/>
                  </a:cubicBezTo>
                  <a:cubicBezTo>
                    <a:pt x="239" y="339"/>
                    <a:pt x="310" y="267"/>
                    <a:pt x="310" y="172"/>
                  </a:cubicBezTo>
                  <a:lnTo>
                    <a:pt x="310" y="148"/>
                  </a:lnTo>
                  <a:cubicBezTo>
                    <a:pt x="310" y="66"/>
                    <a:pt x="256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16;p39">
              <a:extLst>
                <a:ext uri="{FF2B5EF4-FFF2-40B4-BE49-F238E27FC236}">
                  <a16:creationId xmlns:a16="http://schemas.microsoft.com/office/drawing/2014/main" id="{1DBD26BC-7E84-A087-B1CF-934860AF7997}"/>
                </a:ext>
              </a:extLst>
            </p:cNvPr>
            <p:cNvSpPr/>
            <p:nvPr/>
          </p:nvSpPr>
          <p:spPr>
            <a:xfrm>
              <a:off x="5111750" y="4086600"/>
              <a:ext cx="247700" cy="263775"/>
            </a:xfrm>
            <a:custGeom>
              <a:avLst/>
              <a:gdLst/>
              <a:ahLst/>
              <a:cxnLst/>
              <a:rect l="l" t="t" r="r" b="b"/>
              <a:pathLst>
                <a:path w="9908" h="10551" extrusionOk="0">
                  <a:moveTo>
                    <a:pt x="6764" y="310"/>
                  </a:moveTo>
                  <a:cubicBezTo>
                    <a:pt x="6788" y="310"/>
                    <a:pt x="6788" y="334"/>
                    <a:pt x="6788" y="358"/>
                  </a:cubicBezTo>
                  <a:lnTo>
                    <a:pt x="6788" y="810"/>
                  </a:lnTo>
                  <a:lnTo>
                    <a:pt x="6121" y="810"/>
                  </a:lnTo>
                  <a:lnTo>
                    <a:pt x="6121" y="358"/>
                  </a:lnTo>
                  <a:cubicBezTo>
                    <a:pt x="6121" y="334"/>
                    <a:pt x="6121" y="310"/>
                    <a:pt x="6168" y="310"/>
                  </a:cubicBezTo>
                  <a:close/>
                  <a:moveTo>
                    <a:pt x="7740" y="1096"/>
                  </a:moveTo>
                  <a:cubicBezTo>
                    <a:pt x="7788" y="1096"/>
                    <a:pt x="7788" y="1120"/>
                    <a:pt x="7788" y="1144"/>
                  </a:cubicBezTo>
                  <a:lnTo>
                    <a:pt x="7788" y="1549"/>
                  </a:lnTo>
                  <a:cubicBezTo>
                    <a:pt x="7788" y="1573"/>
                    <a:pt x="7788" y="1596"/>
                    <a:pt x="7740" y="1596"/>
                  </a:cubicBezTo>
                  <a:lnTo>
                    <a:pt x="5168" y="1596"/>
                  </a:lnTo>
                  <a:cubicBezTo>
                    <a:pt x="5144" y="1596"/>
                    <a:pt x="5120" y="1573"/>
                    <a:pt x="5120" y="1549"/>
                  </a:cubicBezTo>
                  <a:lnTo>
                    <a:pt x="5120" y="1144"/>
                  </a:lnTo>
                  <a:cubicBezTo>
                    <a:pt x="5120" y="1120"/>
                    <a:pt x="5144" y="1096"/>
                    <a:pt x="5168" y="1096"/>
                  </a:cubicBezTo>
                  <a:close/>
                  <a:moveTo>
                    <a:pt x="6788" y="1906"/>
                  </a:moveTo>
                  <a:lnTo>
                    <a:pt x="6788" y="2168"/>
                  </a:lnTo>
                  <a:cubicBezTo>
                    <a:pt x="6788" y="2192"/>
                    <a:pt x="6764" y="2192"/>
                    <a:pt x="6740" y="2192"/>
                  </a:cubicBezTo>
                  <a:lnTo>
                    <a:pt x="6145" y="2192"/>
                  </a:lnTo>
                  <a:cubicBezTo>
                    <a:pt x="6121" y="2192"/>
                    <a:pt x="6097" y="2192"/>
                    <a:pt x="6097" y="2168"/>
                  </a:cubicBezTo>
                  <a:lnTo>
                    <a:pt x="6097" y="1906"/>
                  </a:lnTo>
                  <a:close/>
                  <a:moveTo>
                    <a:pt x="2763" y="4907"/>
                  </a:moveTo>
                  <a:cubicBezTo>
                    <a:pt x="2787" y="4907"/>
                    <a:pt x="2810" y="4930"/>
                    <a:pt x="2810" y="4954"/>
                  </a:cubicBezTo>
                  <a:lnTo>
                    <a:pt x="2810" y="5359"/>
                  </a:lnTo>
                  <a:cubicBezTo>
                    <a:pt x="2810" y="5383"/>
                    <a:pt x="2787" y="5407"/>
                    <a:pt x="2763" y="5407"/>
                  </a:cubicBezTo>
                  <a:lnTo>
                    <a:pt x="1167" y="5407"/>
                  </a:lnTo>
                  <a:cubicBezTo>
                    <a:pt x="1143" y="5407"/>
                    <a:pt x="1120" y="5383"/>
                    <a:pt x="1120" y="5359"/>
                  </a:cubicBezTo>
                  <a:lnTo>
                    <a:pt x="1120" y="4954"/>
                  </a:lnTo>
                  <a:cubicBezTo>
                    <a:pt x="1143" y="4930"/>
                    <a:pt x="1143" y="4930"/>
                    <a:pt x="1191" y="4930"/>
                  </a:cubicBezTo>
                  <a:lnTo>
                    <a:pt x="1167" y="4907"/>
                  </a:lnTo>
                  <a:close/>
                  <a:moveTo>
                    <a:pt x="7386" y="5561"/>
                  </a:moveTo>
                  <a:cubicBezTo>
                    <a:pt x="7484" y="5561"/>
                    <a:pt x="7585" y="5597"/>
                    <a:pt x="7669" y="5669"/>
                  </a:cubicBezTo>
                  <a:cubicBezTo>
                    <a:pt x="7728" y="5716"/>
                    <a:pt x="7800" y="5740"/>
                    <a:pt x="7868" y="5740"/>
                  </a:cubicBezTo>
                  <a:cubicBezTo>
                    <a:pt x="7937" y="5740"/>
                    <a:pt x="8002" y="5716"/>
                    <a:pt x="8050" y="5669"/>
                  </a:cubicBezTo>
                  <a:cubicBezTo>
                    <a:pt x="8121" y="5597"/>
                    <a:pt x="8193" y="5573"/>
                    <a:pt x="8288" y="5573"/>
                  </a:cubicBezTo>
                  <a:lnTo>
                    <a:pt x="9407" y="8241"/>
                  </a:lnTo>
                  <a:cubicBezTo>
                    <a:pt x="9645" y="8812"/>
                    <a:pt x="9621" y="9479"/>
                    <a:pt x="9359" y="10027"/>
                  </a:cubicBezTo>
                  <a:cubicBezTo>
                    <a:pt x="9288" y="10169"/>
                    <a:pt x="9002" y="10241"/>
                    <a:pt x="9002" y="10241"/>
                  </a:cubicBezTo>
                  <a:lnTo>
                    <a:pt x="3906" y="10241"/>
                  </a:lnTo>
                  <a:cubicBezTo>
                    <a:pt x="3739" y="10241"/>
                    <a:pt x="3596" y="10146"/>
                    <a:pt x="3525" y="10027"/>
                  </a:cubicBezTo>
                  <a:cubicBezTo>
                    <a:pt x="3382" y="9717"/>
                    <a:pt x="3311" y="9384"/>
                    <a:pt x="3311" y="9050"/>
                  </a:cubicBezTo>
                  <a:cubicBezTo>
                    <a:pt x="3311" y="8955"/>
                    <a:pt x="3311" y="8836"/>
                    <a:pt x="3334" y="8741"/>
                  </a:cubicBezTo>
                  <a:cubicBezTo>
                    <a:pt x="3334" y="8669"/>
                    <a:pt x="3287" y="8598"/>
                    <a:pt x="3215" y="8574"/>
                  </a:cubicBezTo>
                  <a:lnTo>
                    <a:pt x="3168" y="8574"/>
                  </a:lnTo>
                  <a:cubicBezTo>
                    <a:pt x="3096" y="8574"/>
                    <a:pt x="3025" y="8622"/>
                    <a:pt x="3025" y="8693"/>
                  </a:cubicBezTo>
                  <a:cubicBezTo>
                    <a:pt x="3001" y="8812"/>
                    <a:pt x="3001" y="8931"/>
                    <a:pt x="3001" y="9074"/>
                  </a:cubicBezTo>
                  <a:cubicBezTo>
                    <a:pt x="3001" y="9455"/>
                    <a:pt x="3072" y="9812"/>
                    <a:pt x="3263" y="10169"/>
                  </a:cubicBezTo>
                  <a:cubicBezTo>
                    <a:pt x="3263" y="10193"/>
                    <a:pt x="3287" y="10217"/>
                    <a:pt x="3311" y="10265"/>
                  </a:cubicBezTo>
                  <a:lnTo>
                    <a:pt x="548" y="10265"/>
                  </a:lnTo>
                  <a:cubicBezTo>
                    <a:pt x="429" y="10241"/>
                    <a:pt x="310" y="10146"/>
                    <a:pt x="310" y="10003"/>
                  </a:cubicBezTo>
                  <a:lnTo>
                    <a:pt x="310" y="7764"/>
                  </a:lnTo>
                  <a:lnTo>
                    <a:pt x="3001" y="7764"/>
                  </a:lnTo>
                  <a:cubicBezTo>
                    <a:pt x="3010" y="7767"/>
                    <a:pt x="3019" y="7768"/>
                    <a:pt x="3027" y="7768"/>
                  </a:cubicBezTo>
                  <a:cubicBezTo>
                    <a:pt x="3159" y="7768"/>
                    <a:pt x="3159" y="7451"/>
                    <a:pt x="3027" y="7451"/>
                  </a:cubicBezTo>
                  <a:cubicBezTo>
                    <a:pt x="3019" y="7451"/>
                    <a:pt x="3010" y="7452"/>
                    <a:pt x="3001" y="7455"/>
                  </a:cubicBezTo>
                  <a:lnTo>
                    <a:pt x="310" y="7455"/>
                  </a:lnTo>
                  <a:lnTo>
                    <a:pt x="310" y="7407"/>
                  </a:lnTo>
                  <a:cubicBezTo>
                    <a:pt x="310" y="7336"/>
                    <a:pt x="358" y="7264"/>
                    <a:pt x="405" y="7217"/>
                  </a:cubicBezTo>
                  <a:lnTo>
                    <a:pt x="1263" y="6526"/>
                  </a:lnTo>
                  <a:cubicBezTo>
                    <a:pt x="1310" y="6502"/>
                    <a:pt x="1334" y="6454"/>
                    <a:pt x="1334" y="6407"/>
                  </a:cubicBezTo>
                  <a:lnTo>
                    <a:pt x="1334" y="5764"/>
                  </a:lnTo>
                  <a:lnTo>
                    <a:pt x="2596" y="5764"/>
                  </a:lnTo>
                  <a:lnTo>
                    <a:pt x="2596" y="6407"/>
                  </a:lnTo>
                  <a:cubicBezTo>
                    <a:pt x="2596" y="6454"/>
                    <a:pt x="2620" y="6478"/>
                    <a:pt x="2644" y="6526"/>
                  </a:cubicBezTo>
                  <a:lnTo>
                    <a:pt x="3501" y="7217"/>
                  </a:lnTo>
                  <a:cubicBezTo>
                    <a:pt x="3525" y="7240"/>
                    <a:pt x="3525" y="7240"/>
                    <a:pt x="3549" y="7264"/>
                  </a:cubicBezTo>
                  <a:lnTo>
                    <a:pt x="3192" y="8121"/>
                  </a:lnTo>
                  <a:cubicBezTo>
                    <a:pt x="3144" y="8193"/>
                    <a:pt x="3192" y="8288"/>
                    <a:pt x="3263" y="8336"/>
                  </a:cubicBezTo>
                  <a:cubicBezTo>
                    <a:pt x="3280" y="8340"/>
                    <a:pt x="3296" y="8342"/>
                    <a:pt x="3311" y="8342"/>
                  </a:cubicBezTo>
                  <a:cubicBezTo>
                    <a:pt x="3383" y="8342"/>
                    <a:pt x="3438" y="8299"/>
                    <a:pt x="3477" y="8241"/>
                  </a:cubicBezTo>
                  <a:lnTo>
                    <a:pt x="4597" y="5573"/>
                  </a:lnTo>
                  <a:cubicBezTo>
                    <a:pt x="4692" y="5573"/>
                    <a:pt x="4763" y="5597"/>
                    <a:pt x="4835" y="5669"/>
                  </a:cubicBezTo>
                  <a:cubicBezTo>
                    <a:pt x="4882" y="5716"/>
                    <a:pt x="4948" y="5740"/>
                    <a:pt x="5016" y="5740"/>
                  </a:cubicBezTo>
                  <a:cubicBezTo>
                    <a:pt x="5085" y="5740"/>
                    <a:pt x="5156" y="5716"/>
                    <a:pt x="5216" y="5669"/>
                  </a:cubicBezTo>
                  <a:cubicBezTo>
                    <a:pt x="5299" y="5597"/>
                    <a:pt x="5400" y="5561"/>
                    <a:pt x="5499" y="5561"/>
                  </a:cubicBezTo>
                  <a:cubicBezTo>
                    <a:pt x="5597" y="5561"/>
                    <a:pt x="5692" y="5597"/>
                    <a:pt x="5763" y="5669"/>
                  </a:cubicBezTo>
                  <a:cubicBezTo>
                    <a:pt x="5823" y="5716"/>
                    <a:pt x="5894" y="5740"/>
                    <a:pt x="5966" y="5740"/>
                  </a:cubicBezTo>
                  <a:cubicBezTo>
                    <a:pt x="6037" y="5740"/>
                    <a:pt x="6109" y="5716"/>
                    <a:pt x="6168" y="5669"/>
                  </a:cubicBezTo>
                  <a:cubicBezTo>
                    <a:pt x="6252" y="5597"/>
                    <a:pt x="6347" y="5561"/>
                    <a:pt x="6442" y="5561"/>
                  </a:cubicBezTo>
                  <a:cubicBezTo>
                    <a:pt x="6537" y="5561"/>
                    <a:pt x="6633" y="5597"/>
                    <a:pt x="6716" y="5669"/>
                  </a:cubicBezTo>
                  <a:cubicBezTo>
                    <a:pt x="6776" y="5716"/>
                    <a:pt x="6847" y="5740"/>
                    <a:pt x="6918" y="5740"/>
                  </a:cubicBezTo>
                  <a:cubicBezTo>
                    <a:pt x="6990" y="5740"/>
                    <a:pt x="7061" y="5716"/>
                    <a:pt x="7121" y="5669"/>
                  </a:cubicBezTo>
                  <a:cubicBezTo>
                    <a:pt x="7192" y="5597"/>
                    <a:pt x="7288" y="5561"/>
                    <a:pt x="7386" y="5561"/>
                  </a:cubicBezTo>
                  <a:close/>
                  <a:moveTo>
                    <a:pt x="6145" y="1"/>
                  </a:moveTo>
                  <a:cubicBezTo>
                    <a:pt x="5954" y="1"/>
                    <a:pt x="5787" y="167"/>
                    <a:pt x="5787" y="358"/>
                  </a:cubicBezTo>
                  <a:lnTo>
                    <a:pt x="5787" y="810"/>
                  </a:lnTo>
                  <a:lnTo>
                    <a:pt x="5168" y="810"/>
                  </a:lnTo>
                  <a:cubicBezTo>
                    <a:pt x="4954" y="810"/>
                    <a:pt x="4811" y="977"/>
                    <a:pt x="4811" y="1168"/>
                  </a:cubicBezTo>
                  <a:lnTo>
                    <a:pt x="4811" y="1573"/>
                  </a:lnTo>
                  <a:cubicBezTo>
                    <a:pt x="4811" y="1763"/>
                    <a:pt x="4954" y="1930"/>
                    <a:pt x="5168" y="1930"/>
                  </a:cubicBezTo>
                  <a:lnTo>
                    <a:pt x="5192" y="1930"/>
                  </a:lnTo>
                  <a:lnTo>
                    <a:pt x="5192" y="3335"/>
                  </a:lnTo>
                  <a:lnTo>
                    <a:pt x="4358" y="5311"/>
                  </a:lnTo>
                  <a:lnTo>
                    <a:pt x="3692" y="6931"/>
                  </a:lnTo>
                  <a:lnTo>
                    <a:pt x="2906" y="6288"/>
                  </a:lnTo>
                  <a:lnTo>
                    <a:pt x="2906" y="5692"/>
                  </a:lnTo>
                  <a:cubicBezTo>
                    <a:pt x="3049" y="5645"/>
                    <a:pt x="3120" y="5502"/>
                    <a:pt x="3120" y="5383"/>
                  </a:cubicBezTo>
                  <a:lnTo>
                    <a:pt x="3120" y="4978"/>
                  </a:lnTo>
                  <a:cubicBezTo>
                    <a:pt x="3120" y="4787"/>
                    <a:pt x="2953" y="4621"/>
                    <a:pt x="2763" y="4621"/>
                  </a:cubicBezTo>
                  <a:lnTo>
                    <a:pt x="1167" y="4621"/>
                  </a:lnTo>
                  <a:cubicBezTo>
                    <a:pt x="977" y="4621"/>
                    <a:pt x="810" y="4787"/>
                    <a:pt x="810" y="4978"/>
                  </a:cubicBezTo>
                  <a:lnTo>
                    <a:pt x="810" y="5383"/>
                  </a:lnTo>
                  <a:cubicBezTo>
                    <a:pt x="810" y="5502"/>
                    <a:pt x="882" y="5645"/>
                    <a:pt x="1024" y="5692"/>
                  </a:cubicBezTo>
                  <a:lnTo>
                    <a:pt x="1024" y="6288"/>
                  </a:lnTo>
                  <a:lnTo>
                    <a:pt x="215" y="6955"/>
                  </a:lnTo>
                  <a:cubicBezTo>
                    <a:pt x="72" y="7050"/>
                    <a:pt x="0" y="7217"/>
                    <a:pt x="0" y="7383"/>
                  </a:cubicBezTo>
                  <a:lnTo>
                    <a:pt x="0" y="10003"/>
                  </a:lnTo>
                  <a:cubicBezTo>
                    <a:pt x="0" y="10289"/>
                    <a:pt x="262" y="10551"/>
                    <a:pt x="572" y="10551"/>
                  </a:cubicBezTo>
                  <a:lnTo>
                    <a:pt x="3358" y="10551"/>
                  </a:lnTo>
                  <a:cubicBezTo>
                    <a:pt x="3453" y="10551"/>
                    <a:pt x="3525" y="10527"/>
                    <a:pt x="3620" y="10479"/>
                  </a:cubicBezTo>
                  <a:cubicBezTo>
                    <a:pt x="3715" y="10527"/>
                    <a:pt x="3811" y="10551"/>
                    <a:pt x="3906" y="10551"/>
                  </a:cubicBezTo>
                  <a:lnTo>
                    <a:pt x="9002" y="10551"/>
                  </a:lnTo>
                  <a:cubicBezTo>
                    <a:pt x="9264" y="10551"/>
                    <a:pt x="9526" y="10384"/>
                    <a:pt x="9645" y="10146"/>
                  </a:cubicBezTo>
                  <a:cubicBezTo>
                    <a:pt x="9812" y="9812"/>
                    <a:pt x="9907" y="9431"/>
                    <a:pt x="9907" y="9050"/>
                  </a:cubicBezTo>
                  <a:cubicBezTo>
                    <a:pt x="9907" y="8717"/>
                    <a:pt x="9836" y="8407"/>
                    <a:pt x="9717" y="8098"/>
                  </a:cubicBezTo>
                  <a:lnTo>
                    <a:pt x="8550" y="5311"/>
                  </a:lnTo>
                  <a:lnTo>
                    <a:pt x="8073" y="4240"/>
                  </a:lnTo>
                  <a:cubicBezTo>
                    <a:pt x="8055" y="4167"/>
                    <a:pt x="7995" y="4136"/>
                    <a:pt x="7936" y="4136"/>
                  </a:cubicBezTo>
                  <a:cubicBezTo>
                    <a:pt x="7918" y="4136"/>
                    <a:pt x="7900" y="4139"/>
                    <a:pt x="7883" y="4144"/>
                  </a:cubicBezTo>
                  <a:cubicBezTo>
                    <a:pt x="7788" y="4192"/>
                    <a:pt x="7764" y="4264"/>
                    <a:pt x="7788" y="4359"/>
                  </a:cubicBezTo>
                  <a:lnTo>
                    <a:pt x="8169" y="5240"/>
                  </a:lnTo>
                  <a:cubicBezTo>
                    <a:pt x="8050" y="5264"/>
                    <a:pt x="7954" y="5311"/>
                    <a:pt x="7859" y="5383"/>
                  </a:cubicBezTo>
                  <a:cubicBezTo>
                    <a:pt x="7728" y="5276"/>
                    <a:pt x="7561" y="5222"/>
                    <a:pt x="7395" y="5222"/>
                  </a:cubicBezTo>
                  <a:cubicBezTo>
                    <a:pt x="7228" y="5222"/>
                    <a:pt x="7061" y="5276"/>
                    <a:pt x="6930" y="5383"/>
                  </a:cubicBezTo>
                  <a:cubicBezTo>
                    <a:pt x="6788" y="5276"/>
                    <a:pt x="6615" y="5222"/>
                    <a:pt x="6445" y="5222"/>
                  </a:cubicBezTo>
                  <a:cubicBezTo>
                    <a:pt x="6275" y="5222"/>
                    <a:pt x="6109" y="5276"/>
                    <a:pt x="5978" y="5383"/>
                  </a:cubicBezTo>
                  <a:cubicBezTo>
                    <a:pt x="5835" y="5288"/>
                    <a:pt x="5668" y="5216"/>
                    <a:pt x="5502" y="5216"/>
                  </a:cubicBezTo>
                  <a:cubicBezTo>
                    <a:pt x="5335" y="5216"/>
                    <a:pt x="5168" y="5288"/>
                    <a:pt x="5025" y="5383"/>
                  </a:cubicBezTo>
                  <a:cubicBezTo>
                    <a:pt x="4954" y="5311"/>
                    <a:pt x="4835" y="5264"/>
                    <a:pt x="4739" y="5240"/>
                  </a:cubicBezTo>
                  <a:lnTo>
                    <a:pt x="5502" y="3430"/>
                  </a:lnTo>
                  <a:cubicBezTo>
                    <a:pt x="5502" y="3406"/>
                    <a:pt x="5502" y="3382"/>
                    <a:pt x="5502" y="3382"/>
                  </a:cubicBezTo>
                  <a:lnTo>
                    <a:pt x="5502" y="1930"/>
                  </a:lnTo>
                  <a:lnTo>
                    <a:pt x="5787" y="1930"/>
                  </a:lnTo>
                  <a:lnTo>
                    <a:pt x="5787" y="2168"/>
                  </a:lnTo>
                  <a:cubicBezTo>
                    <a:pt x="5787" y="2358"/>
                    <a:pt x="5954" y="2525"/>
                    <a:pt x="6145" y="2525"/>
                  </a:cubicBezTo>
                  <a:lnTo>
                    <a:pt x="6740" y="2525"/>
                  </a:lnTo>
                  <a:cubicBezTo>
                    <a:pt x="6930" y="2525"/>
                    <a:pt x="7097" y="2358"/>
                    <a:pt x="7097" y="2168"/>
                  </a:cubicBezTo>
                  <a:lnTo>
                    <a:pt x="7097" y="1930"/>
                  </a:lnTo>
                  <a:lnTo>
                    <a:pt x="7383" y="1930"/>
                  </a:lnTo>
                  <a:lnTo>
                    <a:pt x="7383" y="3382"/>
                  </a:lnTo>
                  <a:cubicBezTo>
                    <a:pt x="7383" y="3382"/>
                    <a:pt x="7383" y="3406"/>
                    <a:pt x="7383" y="3430"/>
                  </a:cubicBezTo>
                  <a:lnTo>
                    <a:pt x="7573" y="3859"/>
                  </a:lnTo>
                  <a:cubicBezTo>
                    <a:pt x="7608" y="3910"/>
                    <a:pt x="7667" y="3949"/>
                    <a:pt x="7733" y="3949"/>
                  </a:cubicBezTo>
                  <a:cubicBezTo>
                    <a:pt x="7758" y="3949"/>
                    <a:pt x="7785" y="3943"/>
                    <a:pt x="7812" y="3930"/>
                  </a:cubicBezTo>
                  <a:cubicBezTo>
                    <a:pt x="7883" y="3906"/>
                    <a:pt x="7907" y="3811"/>
                    <a:pt x="7883" y="3716"/>
                  </a:cubicBezTo>
                  <a:lnTo>
                    <a:pt x="7692" y="3335"/>
                  </a:lnTo>
                  <a:lnTo>
                    <a:pt x="7692" y="1930"/>
                  </a:lnTo>
                  <a:lnTo>
                    <a:pt x="7740" y="1930"/>
                  </a:lnTo>
                  <a:cubicBezTo>
                    <a:pt x="7931" y="1930"/>
                    <a:pt x="8097" y="1763"/>
                    <a:pt x="8097" y="1573"/>
                  </a:cubicBezTo>
                  <a:lnTo>
                    <a:pt x="8097" y="1168"/>
                  </a:lnTo>
                  <a:cubicBezTo>
                    <a:pt x="8097" y="977"/>
                    <a:pt x="7931" y="810"/>
                    <a:pt x="7740" y="810"/>
                  </a:cubicBezTo>
                  <a:lnTo>
                    <a:pt x="7097" y="810"/>
                  </a:lnTo>
                  <a:lnTo>
                    <a:pt x="7097" y="358"/>
                  </a:lnTo>
                  <a:cubicBezTo>
                    <a:pt x="7097" y="167"/>
                    <a:pt x="6930" y="1"/>
                    <a:pt x="67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17;p39">
              <a:extLst>
                <a:ext uri="{FF2B5EF4-FFF2-40B4-BE49-F238E27FC236}">
                  <a16:creationId xmlns:a16="http://schemas.microsoft.com/office/drawing/2014/main" id="{65811951-2396-AEB9-3A3D-53EB62C9D3B9}"/>
                </a:ext>
              </a:extLst>
            </p:cNvPr>
            <p:cNvSpPr/>
            <p:nvPr/>
          </p:nvSpPr>
          <p:spPr>
            <a:xfrm>
              <a:off x="5301675" y="4246650"/>
              <a:ext cx="7750" cy="8000"/>
            </a:xfrm>
            <a:custGeom>
              <a:avLst/>
              <a:gdLst/>
              <a:ahLst/>
              <a:cxnLst/>
              <a:rect l="l" t="t" r="r" b="b"/>
              <a:pathLst>
                <a:path w="310" h="320" extrusionOk="0">
                  <a:moveTo>
                    <a:pt x="131" y="0"/>
                  </a:moveTo>
                  <a:cubicBezTo>
                    <a:pt x="54" y="0"/>
                    <a:pt x="0" y="65"/>
                    <a:pt x="0" y="148"/>
                  </a:cubicBezTo>
                  <a:lnTo>
                    <a:pt x="0" y="172"/>
                  </a:lnTo>
                  <a:cubicBezTo>
                    <a:pt x="0" y="243"/>
                    <a:pt x="48" y="314"/>
                    <a:pt x="119" y="314"/>
                  </a:cubicBezTo>
                  <a:cubicBezTo>
                    <a:pt x="132" y="318"/>
                    <a:pt x="144" y="319"/>
                    <a:pt x="157" y="319"/>
                  </a:cubicBezTo>
                  <a:cubicBezTo>
                    <a:pt x="238" y="319"/>
                    <a:pt x="310" y="254"/>
                    <a:pt x="310" y="172"/>
                  </a:cubicBezTo>
                  <a:cubicBezTo>
                    <a:pt x="310" y="76"/>
                    <a:pt x="238" y="5"/>
                    <a:pt x="167" y="5"/>
                  </a:cubicBezTo>
                  <a:cubicBezTo>
                    <a:pt x="154" y="2"/>
                    <a:pt x="142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18;p39">
              <a:extLst>
                <a:ext uri="{FF2B5EF4-FFF2-40B4-BE49-F238E27FC236}">
                  <a16:creationId xmlns:a16="http://schemas.microsoft.com/office/drawing/2014/main" id="{5EB36953-3B5F-1991-BF93-8734D18F9CF3}"/>
                </a:ext>
              </a:extLst>
            </p:cNvPr>
            <p:cNvSpPr/>
            <p:nvPr/>
          </p:nvSpPr>
          <p:spPr>
            <a:xfrm>
              <a:off x="5286775" y="4316900"/>
              <a:ext cx="7775" cy="8000"/>
            </a:xfrm>
            <a:custGeom>
              <a:avLst/>
              <a:gdLst/>
              <a:ahLst/>
              <a:cxnLst/>
              <a:rect l="l" t="t" r="r" b="b"/>
              <a:pathLst>
                <a:path w="311" h="320" extrusionOk="0">
                  <a:moveTo>
                    <a:pt x="173" y="0"/>
                  </a:moveTo>
                  <a:cubicBezTo>
                    <a:pt x="163" y="0"/>
                    <a:pt x="153" y="2"/>
                    <a:pt x="144" y="5"/>
                  </a:cubicBezTo>
                  <a:cubicBezTo>
                    <a:pt x="48" y="5"/>
                    <a:pt x="1" y="76"/>
                    <a:pt x="1" y="172"/>
                  </a:cubicBezTo>
                  <a:cubicBezTo>
                    <a:pt x="1" y="243"/>
                    <a:pt x="48" y="314"/>
                    <a:pt x="144" y="314"/>
                  </a:cubicBezTo>
                  <a:cubicBezTo>
                    <a:pt x="153" y="318"/>
                    <a:pt x="163" y="319"/>
                    <a:pt x="173" y="319"/>
                  </a:cubicBezTo>
                  <a:cubicBezTo>
                    <a:pt x="239" y="319"/>
                    <a:pt x="310" y="254"/>
                    <a:pt x="310" y="172"/>
                  </a:cubicBezTo>
                  <a:lnTo>
                    <a:pt x="310" y="148"/>
                  </a:lnTo>
                  <a:cubicBezTo>
                    <a:pt x="310" y="65"/>
                    <a:pt x="239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19;p39">
              <a:extLst>
                <a:ext uri="{FF2B5EF4-FFF2-40B4-BE49-F238E27FC236}">
                  <a16:creationId xmlns:a16="http://schemas.microsoft.com/office/drawing/2014/main" id="{E7B4DD73-7520-8F3B-42D5-EEF98B18A9D2}"/>
                </a:ext>
              </a:extLst>
            </p:cNvPr>
            <p:cNvSpPr/>
            <p:nvPr/>
          </p:nvSpPr>
          <p:spPr>
            <a:xfrm>
              <a:off x="5161750" y="4301525"/>
              <a:ext cx="8375" cy="8375"/>
            </a:xfrm>
            <a:custGeom>
              <a:avLst/>
              <a:gdLst/>
              <a:ahLst/>
              <a:cxnLst/>
              <a:rect l="l" t="t" r="r" b="b"/>
              <a:pathLst>
                <a:path w="335" h="335" extrusionOk="0">
                  <a:moveTo>
                    <a:pt x="144" y="1"/>
                  </a:moveTo>
                  <a:cubicBezTo>
                    <a:pt x="72" y="25"/>
                    <a:pt x="1" y="96"/>
                    <a:pt x="25" y="167"/>
                  </a:cubicBezTo>
                  <a:cubicBezTo>
                    <a:pt x="1" y="263"/>
                    <a:pt x="72" y="310"/>
                    <a:pt x="144" y="334"/>
                  </a:cubicBezTo>
                  <a:cubicBezTo>
                    <a:pt x="239" y="334"/>
                    <a:pt x="334" y="263"/>
                    <a:pt x="334" y="167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20;p39">
              <a:extLst>
                <a:ext uri="{FF2B5EF4-FFF2-40B4-BE49-F238E27FC236}">
                  <a16:creationId xmlns:a16="http://schemas.microsoft.com/office/drawing/2014/main" id="{FA987F3A-1ECD-5EE3-3038-0D4F700B93BF}"/>
                </a:ext>
              </a:extLst>
            </p:cNvPr>
            <p:cNvSpPr/>
            <p:nvPr/>
          </p:nvSpPr>
          <p:spPr>
            <a:xfrm>
              <a:off x="5286775" y="4251400"/>
              <a:ext cx="7775" cy="8475"/>
            </a:xfrm>
            <a:custGeom>
              <a:avLst/>
              <a:gdLst/>
              <a:ahLst/>
              <a:cxnLst/>
              <a:rect l="l" t="t" r="r" b="b"/>
              <a:pathLst>
                <a:path w="311" h="339" extrusionOk="0">
                  <a:moveTo>
                    <a:pt x="173" y="1"/>
                  </a:moveTo>
                  <a:cubicBezTo>
                    <a:pt x="163" y="1"/>
                    <a:pt x="153" y="2"/>
                    <a:pt x="144" y="5"/>
                  </a:cubicBezTo>
                  <a:cubicBezTo>
                    <a:pt x="48" y="5"/>
                    <a:pt x="1" y="77"/>
                    <a:pt x="1" y="172"/>
                  </a:cubicBezTo>
                  <a:cubicBezTo>
                    <a:pt x="1" y="243"/>
                    <a:pt x="48" y="315"/>
                    <a:pt x="144" y="339"/>
                  </a:cubicBezTo>
                  <a:cubicBezTo>
                    <a:pt x="215" y="339"/>
                    <a:pt x="310" y="267"/>
                    <a:pt x="310" y="172"/>
                  </a:cubicBezTo>
                  <a:lnTo>
                    <a:pt x="310" y="148"/>
                  </a:lnTo>
                  <a:cubicBezTo>
                    <a:pt x="310" y="65"/>
                    <a:pt x="239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21;p39">
              <a:extLst>
                <a:ext uri="{FF2B5EF4-FFF2-40B4-BE49-F238E27FC236}">
                  <a16:creationId xmlns:a16="http://schemas.microsoft.com/office/drawing/2014/main" id="{56CAD7AD-31C3-2C5E-B295-A0D27A398CEA}"/>
                </a:ext>
              </a:extLst>
            </p:cNvPr>
            <p:cNvSpPr/>
            <p:nvPr/>
          </p:nvSpPr>
          <p:spPr>
            <a:xfrm>
              <a:off x="5236775" y="4236625"/>
              <a:ext cx="7750" cy="8475"/>
            </a:xfrm>
            <a:custGeom>
              <a:avLst/>
              <a:gdLst/>
              <a:ahLst/>
              <a:cxnLst/>
              <a:rect l="l" t="t" r="r" b="b"/>
              <a:pathLst>
                <a:path w="310" h="339" extrusionOk="0">
                  <a:moveTo>
                    <a:pt x="143" y="1"/>
                  </a:moveTo>
                  <a:cubicBezTo>
                    <a:pt x="48" y="25"/>
                    <a:pt x="0" y="96"/>
                    <a:pt x="0" y="191"/>
                  </a:cubicBezTo>
                  <a:cubicBezTo>
                    <a:pt x="0" y="263"/>
                    <a:pt x="48" y="334"/>
                    <a:pt x="143" y="334"/>
                  </a:cubicBezTo>
                  <a:cubicBezTo>
                    <a:pt x="153" y="338"/>
                    <a:pt x="163" y="339"/>
                    <a:pt x="172" y="339"/>
                  </a:cubicBezTo>
                  <a:cubicBezTo>
                    <a:pt x="238" y="339"/>
                    <a:pt x="310" y="274"/>
                    <a:pt x="310" y="191"/>
                  </a:cubicBezTo>
                  <a:lnTo>
                    <a:pt x="310" y="168"/>
                  </a:lnTo>
                  <a:cubicBezTo>
                    <a:pt x="310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22;p39">
              <a:extLst>
                <a:ext uri="{FF2B5EF4-FFF2-40B4-BE49-F238E27FC236}">
                  <a16:creationId xmlns:a16="http://schemas.microsoft.com/office/drawing/2014/main" id="{6B893FFA-2F34-D168-A6EC-DD2B98089582}"/>
                </a:ext>
              </a:extLst>
            </p:cNvPr>
            <p:cNvSpPr/>
            <p:nvPr/>
          </p:nvSpPr>
          <p:spPr>
            <a:xfrm>
              <a:off x="5226650" y="4289500"/>
              <a:ext cx="8350" cy="8000"/>
            </a:xfrm>
            <a:custGeom>
              <a:avLst/>
              <a:gdLst/>
              <a:ahLst/>
              <a:cxnLst/>
              <a:rect l="l" t="t" r="r" b="b"/>
              <a:pathLst>
                <a:path w="334" h="320" extrusionOk="0">
                  <a:moveTo>
                    <a:pt x="180" y="1"/>
                  </a:moveTo>
                  <a:cubicBezTo>
                    <a:pt x="168" y="1"/>
                    <a:pt x="156" y="2"/>
                    <a:pt x="143" y="5"/>
                  </a:cubicBezTo>
                  <a:cubicBezTo>
                    <a:pt x="72" y="5"/>
                    <a:pt x="1" y="77"/>
                    <a:pt x="24" y="172"/>
                  </a:cubicBezTo>
                  <a:cubicBezTo>
                    <a:pt x="1" y="244"/>
                    <a:pt x="72" y="315"/>
                    <a:pt x="143" y="315"/>
                  </a:cubicBezTo>
                  <a:cubicBezTo>
                    <a:pt x="156" y="318"/>
                    <a:pt x="168" y="320"/>
                    <a:pt x="180" y="320"/>
                  </a:cubicBezTo>
                  <a:cubicBezTo>
                    <a:pt x="257" y="320"/>
                    <a:pt x="313" y="255"/>
                    <a:pt x="334" y="172"/>
                  </a:cubicBezTo>
                  <a:lnTo>
                    <a:pt x="334" y="148"/>
                  </a:lnTo>
                  <a:cubicBezTo>
                    <a:pt x="313" y="66"/>
                    <a:pt x="25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527;p39">
            <a:extLst>
              <a:ext uri="{FF2B5EF4-FFF2-40B4-BE49-F238E27FC236}">
                <a16:creationId xmlns:a16="http://schemas.microsoft.com/office/drawing/2014/main" id="{A50D7C8F-E335-7474-8E1B-851C53691DF7}"/>
              </a:ext>
            </a:extLst>
          </p:cNvPr>
          <p:cNvGrpSpPr/>
          <p:nvPr/>
        </p:nvGrpSpPr>
        <p:grpSpPr>
          <a:xfrm>
            <a:off x="586788" y="3631081"/>
            <a:ext cx="250239" cy="355574"/>
            <a:chOff x="2269500" y="3652375"/>
            <a:chExt cx="185775" cy="263975"/>
          </a:xfrm>
        </p:grpSpPr>
        <p:sp>
          <p:nvSpPr>
            <p:cNvPr id="40" name="Google Shape;528;p39">
              <a:extLst>
                <a:ext uri="{FF2B5EF4-FFF2-40B4-BE49-F238E27FC236}">
                  <a16:creationId xmlns:a16="http://schemas.microsoft.com/office/drawing/2014/main" id="{B49A59F5-8AF1-8D84-63ED-75E7D07F3C35}"/>
                </a:ext>
              </a:extLst>
            </p:cNvPr>
            <p:cNvSpPr/>
            <p:nvPr/>
          </p:nvSpPr>
          <p:spPr>
            <a:xfrm>
              <a:off x="2285575" y="3883000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167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477"/>
                    <a:pt x="262" y="715"/>
                    <a:pt x="572" y="715"/>
                  </a:cubicBezTo>
                  <a:cubicBezTo>
                    <a:pt x="714" y="667"/>
                    <a:pt x="714" y="453"/>
                    <a:pt x="572" y="429"/>
                  </a:cubicBezTo>
                  <a:lnTo>
                    <a:pt x="572" y="405"/>
                  </a:lnTo>
                  <a:cubicBezTo>
                    <a:pt x="429" y="405"/>
                    <a:pt x="310" y="310"/>
                    <a:pt x="310" y="167"/>
                  </a:cubicBezTo>
                  <a:cubicBezTo>
                    <a:pt x="310" y="72"/>
                    <a:pt x="238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29;p39">
              <a:extLst>
                <a:ext uri="{FF2B5EF4-FFF2-40B4-BE49-F238E27FC236}">
                  <a16:creationId xmlns:a16="http://schemas.microsoft.com/office/drawing/2014/main" id="{4FB6270F-D5AE-E855-836E-CC516C2591A7}"/>
                </a:ext>
              </a:extLst>
            </p:cNvPr>
            <p:cNvSpPr/>
            <p:nvPr/>
          </p:nvSpPr>
          <p:spPr>
            <a:xfrm>
              <a:off x="2269500" y="3680750"/>
              <a:ext cx="146475" cy="235600"/>
            </a:xfrm>
            <a:custGeom>
              <a:avLst/>
              <a:gdLst/>
              <a:ahLst/>
              <a:cxnLst/>
              <a:rect l="l" t="t" r="r" b="b"/>
              <a:pathLst>
                <a:path w="5859" h="9424" extrusionOk="0">
                  <a:moveTo>
                    <a:pt x="4096" y="6566"/>
                  </a:moveTo>
                  <a:cubicBezTo>
                    <a:pt x="4120" y="6566"/>
                    <a:pt x="4144" y="6590"/>
                    <a:pt x="4144" y="6614"/>
                  </a:cubicBezTo>
                  <a:lnTo>
                    <a:pt x="4144" y="6804"/>
                  </a:lnTo>
                  <a:cubicBezTo>
                    <a:pt x="4144" y="6828"/>
                    <a:pt x="4120" y="6852"/>
                    <a:pt x="4096" y="6852"/>
                  </a:cubicBezTo>
                  <a:lnTo>
                    <a:pt x="3382" y="6852"/>
                  </a:lnTo>
                  <a:cubicBezTo>
                    <a:pt x="3310" y="6852"/>
                    <a:pt x="3239" y="6900"/>
                    <a:pt x="3239" y="6995"/>
                  </a:cubicBezTo>
                  <a:cubicBezTo>
                    <a:pt x="3215" y="7090"/>
                    <a:pt x="3286" y="7161"/>
                    <a:pt x="3382" y="7161"/>
                  </a:cubicBezTo>
                  <a:lnTo>
                    <a:pt x="4215" y="7161"/>
                  </a:lnTo>
                  <a:cubicBezTo>
                    <a:pt x="4549" y="7161"/>
                    <a:pt x="4834" y="7447"/>
                    <a:pt x="4834" y="7804"/>
                  </a:cubicBezTo>
                  <a:lnTo>
                    <a:pt x="4834" y="8447"/>
                  </a:lnTo>
                  <a:cubicBezTo>
                    <a:pt x="4834" y="8805"/>
                    <a:pt x="4549" y="9090"/>
                    <a:pt x="4215" y="9090"/>
                  </a:cubicBezTo>
                  <a:lnTo>
                    <a:pt x="929" y="9090"/>
                  </a:lnTo>
                  <a:cubicBezTo>
                    <a:pt x="572" y="9090"/>
                    <a:pt x="286" y="8805"/>
                    <a:pt x="286" y="8447"/>
                  </a:cubicBezTo>
                  <a:lnTo>
                    <a:pt x="286" y="7804"/>
                  </a:lnTo>
                  <a:cubicBezTo>
                    <a:pt x="286" y="7447"/>
                    <a:pt x="572" y="7161"/>
                    <a:pt x="929" y="7161"/>
                  </a:cubicBezTo>
                  <a:lnTo>
                    <a:pt x="2763" y="7161"/>
                  </a:lnTo>
                  <a:cubicBezTo>
                    <a:pt x="2858" y="7161"/>
                    <a:pt x="2929" y="7114"/>
                    <a:pt x="2929" y="7019"/>
                  </a:cubicBezTo>
                  <a:cubicBezTo>
                    <a:pt x="2953" y="6923"/>
                    <a:pt x="2882" y="6852"/>
                    <a:pt x="2786" y="6852"/>
                  </a:cubicBezTo>
                  <a:lnTo>
                    <a:pt x="1048" y="6852"/>
                  </a:lnTo>
                  <a:cubicBezTo>
                    <a:pt x="1024" y="6852"/>
                    <a:pt x="1000" y="6828"/>
                    <a:pt x="1000" y="6804"/>
                  </a:cubicBezTo>
                  <a:lnTo>
                    <a:pt x="1000" y="6614"/>
                  </a:lnTo>
                  <a:cubicBezTo>
                    <a:pt x="1000" y="6566"/>
                    <a:pt x="1024" y="6566"/>
                    <a:pt x="1048" y="6566"/>
                  </a:cubicBezTo>
                  <a:close/>
                  <a:moveTo>
                    <a:pt x="5154" y="0"/>
                  </a:moveTo>
                  <a:cubicBezTo>
                    <a:pt x="5110" y="0"/>
                    <a:pt x="5064" y="19"/>
                    <a:pt x="5025" y="65"/>
                  </a:cubicBezTo>
                  <a:cubicBezTo>
                    <a:pt x="4001" y="1398"/>
                    <a:pt x="3239" y="2923"/>
                    <a:pt x="2810" y="4566"/>
                  </a:cubicBezTo>
                  <a:lnTo>
                    <a:pt x="2739" y="4804"/>
                  </a:lnTo>
                  <a:cubicBezTo>
                    <a:pt x="2286" y="4590"/>
                    <a:pt x="2048" y="4042"/>
                    <a:pt x="2215" y="3566"/>
                  </a:cubicBezTo>
                  <a:cubicBezTo>
                    <a:pt x="2334" y="3184"/>
                    <a:pt x="2477" y="2803"/>
                    <a:pt x="2643" y="2422"/>
                  </a:cubicBezTo>
                  <a:lnTo>
                    <a:pt x="3144" y="2589"/>
                  </a:lnTo>
                  <a:cubicBezTo>
                    <a:pt x="3160" y="2593"/>
                    <a:pt x="3176" y="2595"/>
                    <a:pt x="3190" y="2595"/>
                  </a:cubicBezTo>
                  <a:cubicBezTo>
                    <a:pt x="3262" y="2595"/>
                    <a:pt x="3314" y="2549"/>
                    <a:pt x="3334" y="2470"/>
                  </a:cubicBezTo>
                  <a:cubicBezTo>
                    <a:pt x="3358" y="2399"/>
                    <a:pt x="3334" y="2303"/>
                    <a:pt x="3239" y="2280"/>
                  </a:cubicBezTo>
                  <a:lnTo>
                    <a:pt x="2596" y="2089"/>
                  </a:lnTo>
                  <a:cubicBezTo>
                    <a:pt x="2576" y="2076"/>
                    <a:pt x="2556" y="2070"/>
                    <a:pt x="2536" y="2070"/>
                  </a:cubicBezTo>
                  <a:cubicBezTo>
                    <a:pt x="2486" y="2070"/>
                    <a:pt x="2440" y="2109"/>
                    <a:pt x="2405" y="2160"/>
                  </a:cubicBezTo>
                  <a:cubicBezTo>
                    <a:pt x="2215" y="2613"/>
                    <a:pt x="2048" y="3042"/>
                    <a:pt x="1929" y="3470"/>
                  </a:cubicBezTo>
                  <a:cubicBezTo>
                    <a:pt x="1715" y="4113"/>
                    <a:pt x="2024" y="4828"/>
                    <a:pt x="2667" y="5113"/>
                  </a:cubicBezTo>
                  <a:lnTo>
                    <a:pt x="2358" y="6257"/>
                  </a:lnTo>
                  <a:lnTo>
                    <a:pt x="1048" y="6257"/>
                  </a:lnTo>
                  <a:cubicBezTo>
                    <a:pt x="857" y="6257"/>
                    <a:pt x="691" y="6423"/>
                    <a:pt x="714" y="6614"/>
                  </a:cubicBezTo>
                  <a:lnTo>
                    <a:pt x="714" y="6828"/>
                  </a:lnTo>
                  <a:cubicBezTo>
                    <a:pt x="691" y="6852"/>
                    <a:pt x="691" y="6876"/>
                    <a:pt x="714" y="6900"/>
                  </a:cubicBezTo>
                  <a:cubicBezTo>
                    <a:pt x="286" y="6995"/>
                    <a:pt x="0" y="7376"/>
                    <a:pt x="0" y="7828"/>
                  </a:cubicBezTo>
                  <a:lnTo>
                    <a:pt x="0" y="8447"/>
                  </a:lnTo>
                  <a:cubicBezTo>
                    <a:pt x="0" y="8971"/>
                    <a:pt x="405" y="9400"/>
                    <a:pt x="929" y="9424"/>
                  </a:cubicBezTo>
                  <a:lnTo>
                    <a:pt x="4215" y="9424"/>
                  </a:lnTo>
                  <a:cubicBezTo>
                    <a:pt x="4739" y="9400"/>
                    <a:pt x="5168" y="8971"/>
                    <a:pt x="5168" y="8447"/>
                  </a:cubicBezTo>
                  <a:lnTo>
                    <a:pt x="5168" y="7828"/>
                  </a:lnTo>
                  <a:cubicBezTo>
                    <a:pt x="5168" y="7376"/>
                    <a:pt x="4858" y="6995"/>
                    <a:pt x="4453" y="6900"/>
                  </a:cubicBezTo>
                  <a:cubicBezTo>
                    <a:pt x="4453" y="6876"/>
                    <a:pt x="4453" y="6852"/>
                    <a:pt x="4453" y="6828"/>
                  </a:cubicBezTo>
                  <a:lnTo>
                    <a:pt x="4453" y="6614"/>
                  </a:lnTo>
                  <a:cubicBezTo>
                    <a:pt x="4453" y="6399"/>
                    <a:pt x="4287" y="6257"/>
                    <a:pt x="4096" y="6257"/>
                  </a:cubicBezTo>
                  <a:lnTo>
                    <a:pt x="2691" y="6257"/>
                  </a:lnTo>
                  <a:lnTo>
                    <a:pt x="2977" y="5185"/>
                  </a:lnTo>
                  <a:cubicBezTo>
                    <a:pt x="3043" y="5195"/>
                    <a:pt x="3109" y="5199"/>
                    <a:pt x="3174" y="5199"/>
                  </a:cubicBezTo>
                  <a:cubicBezTo>
                    <a:pt x="3743" y="5199"/>
                    <a:pt x="4261" y="4836"/>
                    <a:pt x="4453" y="4280"/>
                  </a:cubicBezTo>
                  <a:cubicBezTo>
                    <a:pt x="4834" y="3327"/>
                    <a:pt x="5287" y="2422"/>
                    <a:pt x="5835" y="1565"/>
                  </a:cubicBezTo>
                  <a:cubicBezTo>
                    <a:pt x="5858" y="1470"/>
                    <a:pt x="5835" y="1375"/>
                    <a:pt x="5763" y="1351"/>
                  </a:cubicBezTo>
                  <a:cubicBezTo>
                    <a:pt x="5738" y="1334"/>
                    <a:pt x="5710" y="1326"/>
                    <a:pt x="5681" y="1326"/>
                  </a:cubicBezTo>
                  <a:cubicBezTo>
                    <a:pt x="5630" y="1326"/>
                    <a:pt x="5580" y="1352"/>
                    <a:pt x="5549" y="1398"/>
                  </a:cubicBezTo>
                  <a:cubicBezTo>
                    <a:pt x="5477" y="1517"/>
                    <a:pt x="5406" y="1660"/>
                    <a:pt x="5334" y="1779"/>
                  </a:cubicBezTo>
                  <a:lnTo>
                    <a:pt x="4691" y="1589"/>
                  </a:lnTo>
                  <a:cubicBezTo>
                    <a:pt x="4671" y="1581"/>
                    <a:pt x="4651" y="1578"/>
                    <a:pt x="4633" y="1578"/>
                  </a:cubicBezTo>
                  <a:cubicBezTo>
                    <a:pt x="4484" y="1578"/>
                    <a:pt x="4427" y="1811"/>
                    <a:pt x="4596" y="1875"/>
                  </a:cubicBezTo>
                  <a:lnTo>
                    <a:pt x="5168" y="2065"/>
                  </a:lnTo>
                  <a:cubicBezTo>
                    <a:pt x="5049" y="2303"/>
                    <a:pt x="4906" y="2541"/>
                    <a:pt x="4787" y="2780"/>
                  </a:cubicBezTo>
                  <a:lnTo>
                    <a:pt x="4191" y="2589"/>
                  </a:lnTo>
                  <a:cubicBezTo>
                    <a:pt x="4170" y="2581"/>
                    <a:pt x="4151" y="2578"/>
                    <a:pt x="4132" y="2578"/>
                  </a:cubicBezTo>
                  <a:cubicBezTo>
                    <a:pt x="3983" y="2578"/>
                    <a:pt x="3926" y="2811"/>
                    <a:pt x="4096" y="2875"/>
                  </a:cubicBezTo>
                  <a:lnTo>
                    <a:pt x="4644" y="3065"/>
                  </a:lnTo>
                  <a:cubicBezTo>
                    <a:pt x="4453" y="3423"/>
                    <a:pt x="4287" y="3804"/>
                    <a:pt x="4144" y="4209"/>
                  </a:cubicBezTo>
                  <a:cubicBezTo>
                    <a:pt x="3989" y="4628"/>
                    <a:pt x="3589" y="4904"/>
                    <a:pt x="3152" y="4904"/>
                  </a:cubicBezTo>
                  <a:cubicBezTo>
                    <a:pt x="3117" y="4904"/>
                    <a:pt x="3083" y="4903"/>
                    <a:pt x="3048" y="4899"/>
                  </a:cubicBezTo>
                  <a:lnTo>
                    <a:pt x="3096" y="4637"/>
                  </a:lnTo>
                  <a:cubicBezTo>
                    <a:pt x="3525" y="3042"/>
                    <a:pt x="4263" y="1565"/>
                    <a:pt x="5287" y="255"/>
                  </a:cubicBezTo>
                  <a:cubicBezTo>
                    <a:pt x="5373" y="134"/>
                    <a:pt x="5271" y="0"/>
                    <a:pt x="5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30;p39">
              <a:extLst>
                <a:ext uri="{FF2B5EF4-FFF2-40B4-BE49-F238E27FC236}">
                  <a16:creationId xmlns:a16="http://schemas.microsoft.com/office/drawing/2014/main" id="{A71011AE-BADF-B916-A91F-BEA1DBFE267A}"/>
                </a:ext>
              </a:extLst>
            </p:cNvPr>
            <p:cNvSpPr/>
            <p:nvPr/>
          </p:nvSpPr>
          <p:spPr>
            <a:xfrm>
              <a:off x="2333775" y="3652375"/>
              <a:ext cx="121500" cy="77050"/>
            </a:xfrm>
            <a:custGeom>
              <a:avLst/>
              <a:gdLst/>
              <a:ahLst/>
              <a:cxnLst/>
              <a:rect l="l" t="t" r="r" b="b"/>
              <a:pathLst>
                <a:path w="4860" h="3082" extrusionOk="0">
                  <a:moveTo>
                    <a:pt x="3569" y="0"/>
                  </a:moveTo>
                  <a:cubicBezTo>
                    <a:pt x="3453" y="0"/>
                    <a:pt x="3335" y="3"/>
                    <a:pt x="3216" y="9"/>
                  </a:cubicBezTo>
                  <a:cubicBezTo>
                    <a:pt x="2240" y="81"/>
                    <a:pt x="1501" y="414"/>
                    <a:pt x="1120" y="1009"/>
                  </a:cubicBezTo>
                  <a:cubicBezTo>
                    <a:pt x="715" y="1605"/>
                    <a:pt x="358" y="2224"/>
                    <a:pt x="49" y="2867"/>
                  </a:cubicBezTo>
                  <a:cubicBezTo>
                    <a:pt x="1" y="2938"/>
                    <a:pt x="49" y="3034"/>
                    <a:pt x="120" y="3081"/>
                  </a:cubicBezTo>
                  <a:lnTo>
                    <a:pt x="192" y="3081"/>
                  </a:lnTo>
                  <a:cubicBezTo>
                    <a:pt x="239" y="3081"/>
                    <a:pt x="311" y="3057"/>
                    <a:pt x="334" y="3010"/>
                  </a:cubicBezTo>
                  <a:cubicBezTo>
                    <a:pt x="406" y="2843"/>
                    <a:pt x="477" y="2700"/>
                    <a:pt x="549" y="2557"/>
                  </a:cubicBezTo>
                  <a:lnTo>
                    <a:pt x="1096" y="2724"/>
                  </a:lnTo>
                  <a:cubicBezTo>
                    <a:pt x="1109" y="2728"/>
                    <a:pt x="1123" y="2730"/>
                    <a:pt x="1136" y="2730"/>
                  </a:cubicBezTo>
                  <a:cubicBezTo>
                    <a:pt x="1199" y="2730"/>
                    <a:pt x="1267" y="2687"/>
                    <a:pt x="1287" y="2629"/>
                  </a:cubicBezTo>
                  <a:cubicBezTo>
                    <a:pt x="1311" y="2533"/>
                    <a:pt x="1263" y="2462"/>
                    <a:pt x="1192" y="2414"/>
                  </a:cubicBezTo>
                  <a:lnTo>
                    <a:pt x="692" y="2271"/>
                  </a:lnTo>
                  <a:cubicBezTo>
                    <a:pt x="834" y="2033"/>
                    <a:pt x="977" y="1795"/>
                    <a:pt x="1120" y="1581"/>
                  </a:cubicBezTo>
                  <a:lnTo>
                    <a:pt x="1668" y="1748"/>
                  </a:lnTo>
                  <a:cubicBezTo>
                    <a:pt x="1690" y="1755"/>
                    <a:pt x="1710" y="1758"/>
                    <a:pt x="1729" y="1758"/>
                  </a:cubicBezTo>
                  <a:cubicBezTo>
                    <a:pt x="1894" y="1758"/>
                    <a:pt x="1934" y="1505"/>
                    <a:pt x="1763" y="1462"/>
                  </a:cubicBezTo>
                  <a:lnTo>
                    <a:pt x="1287" y="1295"/>
                  </a:lnTo>
                  <a:lnTo>
                    <a:pt x="1382" y="1176"/>
                  </a:lnTo>
                  <a:cubicBezTo>
                    <a:pt x="1837" y="461"/>
                    <a:pt x="2836" y="311"/>
                    <a:pt x="3591" y="311"/>
                  </a:cubicBezTo>
                  <a:cubicBezTo>
                    <a:pt x="3942" y="311"/>
                    <a:pt x="4240" y="344"/>
                    <a:pt x="4407" y="366"/>
                  </a:cubicBezTo>
                  <a:cubicBezTo>
                    <a:pt x="4002" y="866"/>
                    <a:pt x="3645" y="1390"/>
                    <a:pt x="3335" y="1938"/>
                  </a:cubicBezTo>
                  <a:lnTo>
                    <a:pt x="2716" y="1748"/>
                  </a:lnTo>
                  <a:cubicBezTo>
                    <a:pt x="2699" y="1743"/>
                    <a:pt x="2683" y="1741"/>
                    <a:pt x="2668" y="1741"/>
                  </a:cubicBezTo>
                  <a:cubicBezTo>
                    <a:pt x="2597" y="1741"/>
                    <a:pt x="2545" y="1784"/>
                    <a:pt x="2525" y="1843"/>
                  </a:cubicBezTo>
                  <a:cubicBezTo>
                    <a:pt x="2502" y="1938"/>
                    <a:pt x="2525" y="2009"/>
                    <a:pt x="2621" y="2057"/>
                  </a:cubicBezTo>
                  <a:lnTo>
                    <a:pt x="3240" y="2248"/>
                  </a:lnTo>
                  <a:lnTo>
                    <a:pt x="3335" y="2271"/>
                  </a:lnTo>
                  <a:cubicBezTo>
                    <a:pt x="3354" y="2278"/>
                    <a:pt x="3373" y="2281"/>
                    <a:pt x="3392" y="2281"/>
                  </a:cubicBezTo>
                  <a:cubicBezTo>
                    <a:pt x="3443" y="2281"/>
                    <a:pt x="3491" y="2259"/>
                    <a:pt x="3526" y="2224"/>
                  </a:cubicBezTo>
                  <a:cubicBezTo>
                    <a:pt x="3883" y="1581"/>
                    <a:pt x="4288" y="985"/>
                    <a:pt x="4764" y="438"/>
                  </a:cubicBezTo>
                  <a:cubicBezTo>
                    <a:pt x="4835" y="390"/>
                    <a:pt x="4859" y="319"/>
                    <a:pt x="4835" y="247"/>
                  </a:cubicBezTo>
                  <a:cubicBezTo>
                    <a:pt x="4788" y="152"/>
                    <a:pt x="4692" y="81"/>
                    <a:pt x="4597" y="81"/>
                  </a:cubicBezTo>
                  <a:cubicBezTo>
                    <a:pt x="4258" y="27"/>
                    <a:pt x="3918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Rectángulo 26"/>
          <p:cNvSpPr/>
          <p:nvPr/>
        </p:nvSpPr>
        <p:spPr>
          <a:xfrm>
            <a:off x="1391269" y="1382724"/>
            <a:ext cx="10528853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Procesar los datos experimentales de masa y actividad de agua (</a:t>
            </a:r>
            <a:r>
              <a:rPr lang="es-MX" sz="2400" dirty="0" err="1">
                <a:latin typeface="Arial" panose="020B0604020202020204" pitchFamily="34" charset="0"/>
                <a:cs typeface="Arial" panose="020B0604020202020204" pitchFamily="34" charset="0"/>
              </a:rPr>
              <a:t>aw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>
              <a:lnSpc>
                <a:spcPct val="150000"/>
              </a:lnSpc>
            </a:pPr>
            <a:endParaRPr lang="es-ES" sz="2400" dirty="0"/>
          </a:p>
        </p:txBody>
      </p:sp>
      <p:sp>
        <p:nvSpPr>
          <p:cNvPr id="32" name="Rectángulo 31"/>
          <p:cNvSpPr/>
          <p:nvPr/>
        </p:nvSpPr>
        <p:spPr>
          <a:xfrm>
            <a:off x="1344168" y="5852524"/>
            <a:ext cx="10946307" cy="958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Interpretar el significado físico – alimentario de los parámetros obtenidos. </a:t>
            </a:r>
          </a:p>
          <a:p>
            <a:pPr algn="just">
              <a:lnSpc>
                <a:spcPct val="150000"/>
              </a:lnSpc>
            </a:pPr>
            <a:endParaRPr lang="es-ES" sz="2400" dirty="0"/>
          </a:p>
        </p:txBody>
      </p:sp>
      <p:sp>
        <p:nvSpPr>
          <p:cNvPr id="33" name="Rectángulo 32"/>
          <p:cNvSpPr/>
          <p:nvPr/>
        </p:nvSpPr>
        <p:spPr>
          <a:xfrm>
            <a:off x="1391269" y="3312499"/>
            <a:ext cx="10213943" cy="1140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Ajustar los datos experimentales utilizando los modelos BET y GAB mediante regresión no lineal</a:t>
            </a:r>
            <a:endParaRPr lang="es-ES" sz="2400" dirty="0"/>
          </a:p>
        </p:txBody>
      </p:sp>
      <p:sp>
        <p:nvSpPr>
          <p:cNvPr id="34" name="Google Shape;495;p39">
            <a:extLst>
              <a:ext uri="{FF2B5EF4-FFF2-40B4-BE49-F238E27FC236}">
                <a16:creationId xmlns:a16="http://schemas.microsoft.com/office/drawing/2014/main" id="{536C49C8-FFB2-E5F9-8900-75B5871BA32E}"/>
              </a:ext>
            </a:extLst>
          </p:cNvPr>
          <p:cNvSpPr/>
          <p:nvPr/>
        </p:nvSpPr>
        <p:spPr>
          <a:xfrm>
            <a:off x="285177" y="5770235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Rectángulo 34"/>
          <p:cNvSpPr/>
          <p:nvPr/>
        </p:nvSpPr>
        <p:spPr>
          <a:xfrm>
            <a:off x="1391269" y="2490391"/>
            <a:ext cx="10029989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Construir isotermas de sorción para cada tipo de galleta funcional</a:t>
            </a:r>
            <a:endParaRPr lang="es-ES" sz="2400" dirty="0"/>
          </a:p>
        </p:txBody>
      </p:sp>
      <p:grpSp>
        <p:nvGrpSpPr>
          <p:cNvPr id="36" name="Google Shape;512;p39">
            <a:extLst>
              <a:ext uri="{FF2B5EF4-FFF2-40B4-BE49-F238E27FC236}">
                <a16:creationId xmlns:a16="http://schemas.microsoft.com/office/drawing/2014/main" id="{1A2441E6-4F88-1577-E6F2-AA07E5DA6EBB}"/>
              </a:ext>
            </a:extLst>
          </p:cNvPr>
          <p:cNvGrpSpPr/>
          <p:nvPr/>
        </p:nvGrpSpPr>
        <p:grpSpPr>
          <a:xfrm>
            <a:off x="573844" y="5921484"/>
            <a:ext cx="333652" cy="355305"/>
            <a:chOff x="5111750" y="4086600"/>
            <a:chExt cx="247700" cy="263775"/>
          </a:xfrm>
        </p:grpSpPr>
        <p:sp>
          <p:nvSpPr>
            <p:cNvPr id="37" name="Google Shape;513;p39">
              <a:extLst>
                <a:ext uri="{FF2B5EF4-FFF2-40B4-BE49-F238E27FC236}">
                  <a16:creationId xmlns:a16="http://schemas.microsoft.com/office/drawing/2014/main" id="{20C3ABC1-CF6F-DFE0-678C-73BA493D5080}"/>
                </a:ext>
              </a:extLst>
            </p:cNvPr>
            <p:cNvSpPr/>
            <p:nvPr/>
          </p:nvSpPr>
          <p:spPr>
            <a:xfrm>
              <a:off x="5306425" y="4289500"/>
              <a:ext cx="8375" cy="8000"/>
            </a:xfrm>
            <a:custGeom>
              <a:avLst/>
              <a:gdLst/>
              <a:ahLst/>
              <a:cxnLst/>
              <a:rect l="l" t="t" r="r" b="b"/>
              <a:pathLst>
                <a:path w="335" h="320" extrusionOk="0">
                  <a:moveTo>
                    <a:pt x="180" y="1"/>
                  </a:moveTo>
                  <a:cubicBezTo>
                    <a:pt x="168" y="1"/>
                    <a:pt x="156" y="2"/>
                    <a:pt x="144" y="5"/>
                  </a:cubicBezTo>
                  <a:cubicBezTo>
                    <a:pt x="72" y="5"/>
                    <a:pt x="1" y="77"/>
                    <a:pt x="25" y="172"/>
                  </a:cubicBezTo>
                  <a:cubicBezTo>
                    <a:pt x="1" y="244"/>
                    <a:pt x="72" y="315"/>
                    <a:pt x="144" y="315"/>
                  </a:cubicBezTo>
                  <a:cubicBezTo>
                    <a:pt x="156" y="318"/>
                    <a:pt x="168" y="320"/>
                    <a:pt x="180" y="320"/>
                  </a:cubicBezTo>
                  <a:cubicBezTo>
                    <a:pt x="257" y="320"/>
                    <a:pt x="313" y="255"/>
                    <a:pt x="334" y="172"/>
                  </a:cubicBezTo>
                  <a:lnTo>
                    <a:pt x="334" y="148"/>
                  </a:lnTo>
                  <a:cubicBezTo>
                    <a:pt x="313" y="66"/>
                    <a:pt x="25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14;p39">
              <a:extLst>
                <a:ext uri="{FF2B5EF4-FFF2-40B4-BE49-F238E27FC236}">
                  <a16:creationId xmlns:a16="http://schemas.microsoft.com/office/drawing/2014/main" id="{9AC03F72-B7FF-AE24-1226-D73C1641660C}"/>
                </a:ext>
              </a:extLst>
            </p:cNvPr>
            <p:cNvSpPr/>
            <p:nvPr/>
          </p:nvSpPr>
          <p:spPr>
            <a:xfrm>
              <a:off x="5127225" y="4289500"/>
              <a:ext cx="7775" cy="8000"/>
            </a:xfrm>
            <a:custGeom>
              <a:avLst/>
              <a:gdLst/>
              <a:ahLst/>
              <a:cxnLst/>
              <a:rect l="l" t="t" r="r" b="b"/>
              <a:pathLst>
                <a:path w="311" h="320" extrusionOk="0">
                  <a:moveTo>
                    <a:pt x="157" y="1"/>
                  </a:moveTo>
                  <a:cubicBezTo>
                    <a:pt x="145" y="1"/>
                    <a:pt x="132" y="2"/>
                    <a:pt x="120" y="5"/>
                  </a:cubicBezTo>
                  <a:cubicBezTo>
                    <a:pt x="48" y="5"/>
                    <a:pt x="1" y="77"/>
                    <a:pt x="1" y="172"/>
                  </a:cubicBezTo>
                  <a:cubicBezTo>
                    <a:pt x="1" y="244"/>
                    <a:pt x="48" y="315"/>
                    <a:pt x="120" y="315"/>
                  </a:cubicBezTo>
                  <a:cubicBezTo>
                    <a:pt x="132" y="318"/>
                    <a:pt x="145" y="320"/>
                    <a:pt x="157" y="320"/>
                  </a:cubicBezTo>
                  <a:cubicBezTo>
                    <a:pt x="238" y="320"/>
                    <a:pt x="310" y="255"/>
                    <a:pt x="310" y="172"/>
                  </a:cubicBezTo>
                  <a:lnTo>
                    <a:pt x="310" y="148"/>
                  </a:lnTo>
                  <a:cubicBezTo>
                    <a:pt x="310" y="66"/>
                    <a:pt x="238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15;p39">
              <a:extLst>
                <a:ext uri="{FF2B5EF4-FFF2-40B4-BE49-F238E27FC236}">
                  <a16:creationId xmlns:a16="http://schemas.microsoft.com/office/drawing/2014/main" id="{FA704974-0BAC-CB46-2CD0-2011994E3D0C}"/>
                </a:ext>
              </a:extLst>
            </p:cNvPr>
            <p:cNvSpPr/>
            <p:nvPr/>
          </p:nvSpPr>
          <p:spPr>
            <a:xfrm>
              <a:off x="5146875" y="4312125"/>
              <a:ext cx="7775" cy="8475"/>
            </a:xfrm>
            <a:custGeom>
              <a:avLst/>
              <a:gdLst/>
              <a:ahLst/>
              <a:cxnLst/>
              <a:rect l="l" t="t" r="r" b="b"/>
              <a:pathLst>
                <a:path w="311" h="339" extrusionOk="0">
                  <a:moveTo>
                    <a:pt x="180" y="1"/>
                  </a:moveTo>
                  <a:cubicBezTo>
                    <a:pt x="168" y="1"/>
                    <a:pt x="156" y="2"/>
                    <a:pt x="143" y="5"/>
                  </a:cubicBezTo>
                  <a:cubicBezTo>
                    <a:pt x="72" y="5"/>
                    <a:pt x="0" y="77"/>
                    <a:pt x="24" y="172"/>
                  </a:cubicBezTo>
                  <a:cubicBezTo>
                    <a:pt x="0" y="244"/>
                    <a:pt x="72" y="315"/>
                    <a:pt x="143" y="339"/>
                  </a:cubicBezTo>
                  <a:cubicBezTo>
                    <a:pt x="239" y="339"/>
                    <a:pt x="310" y="267"/>
                    <a:pt x="310" y="172"/>
                  </a:cubicBezTo>
                  <a:lnTo>
                    <a:pt x="310" y="148"/>
                  </a:lnTo>
                  <a:cubicBezTo>
                    <a:pt x="310" y="66"/>
                    <a:pt x="256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16;p39">
              <a:extLst>
                <a:ext uri="{FF2B5EF4-FFF2-40B4-BE49-F238E27FC236}">
                  <a16:creationId xmlns:a16="http://schemas.microsoft.com/office/drawing/2014/main" id="{1DBD26BC-7E84-A087-B1CF-934860AF7997}"/>
                </a:ext>
              </a:extLst>
            </p:cNvPr>
            <p:cNvSpPr/>
            <p:nvPr/>
          </p:nvSpPr>
          <p:spPr>
            <a:xfrm>
              <a:off x="5111750" y="4086600"/>
              <a:ext cx="247700" cy="263775"/>
            </a:xfrm>
            <a:custGeom>
              <a:avLst/>
              <a:gdLst/>
              <a:ahLst/>
              <a:cxnLst/>
              <a:rect l="l" t="t" r="r" b="b"/>
              <a:pathLst>
                <a:path w="9908" h="10551" extrusionOk="0">
                  <a:moveTo>
                    <a:pt x="6764" y="310"/>
                  </a:moveTo>
                  <a:cubicBezTo>
                    <a:pt x="6788" y="310"/>
                    <a:pt x="6788" y="334"/>
                    <a:pt x="6788" y="358"/>
                  </a:cubicBezTo>
                  <a:lnTo>
                    <a:pt x="6788" y="810"/>
                  </a:lnTo>
                  <a:lnTo>
                    <a:pt x="6121" y="810"/>
                  </a:lnTo>
                  <a:lnTo>
                    <a:pt x="6121" y="358"/>
                  </a:lnTo>
                  <a:cubicBezTo>
                    <a:pt x="6121" y="334"/>
                    <a:pt x="6121" y="310"/>
                    <a:pt x="6168" y="310"/>
                  </a:cubicBezTo>
                  <a:close/>
                  <a:moveTo>
                    <a:pt x="7740" y="1096"/>
                  </a:moveTo>
                  <a:cubicBezTo>
                    <a:pt x="7788" y="1096"/>
                    <a:pt x="7788" y="1120"/>
                    <a:pt x="7788" y="1144"/>
                  </a:cubicBezTo>
                  <a:lnTo>
                    <a:pt x="7788" y="1549"/>
                  </a:lnTo>
                  <a:cubicBezTo>
                    <a:pt x="7788" y="1573"/>
                    <a:pt x="7788" y="1596"/>
                    <a:pt x="7740" y="1596"/>
                  </a:cubicBezTo>
                  <a:lnTo>
                    <a:pt x="5168" y="1596"/>
                  </a:lnTo>
                  <a:cubicBezTo>
                    <a:pt x="5144" y="1596"/>
                    <a:pt x="5120" y="1573"/>
                    <a:pt x="5120" y="1549"/>
                  </a:cubicBezTo>
                  <a:lnTo>
                    <a:pt x="5120" y="1144"/>
                  </a:lnTo>
                  <a:cubicBezTo>
                    <a:pt x="5120" y="1120"/>
                    <a:pt x="5144" y="1096"/>
                    <a:pt x="5168" y="1096"/>
                  </a:cubicBezTo>
                  <a:close/>
                  <a:moveTo>
                    <a:pt x="6788" y="1906"/>
                  </a:moveTo>
                  <a:lnTo>
                    <a:pt x="6788" y="2168"/>
                  </a:lnTo>
                  <a:cubicBezTo>
                    <a:pt x="6788" y="2192"/>
                    <a:pt x="6764" y="2192"/>
                    <a:pt x="6740" y="2192"/>
                  </a:cubicBezTo>
                  <a:lnTo>
                    <a:pt x="6145" y="2192"/>
                  </a:lnTo>
                  <a:cubicBezTo>
                    <a:pt x="6121" y="2192"/>
                    <a:pt x="6097" y="2192"/>
                    <a:pt x="6097" y="2168"/>
                  </a:cubicBezTo>
                  <a:lnTo>
                    <a:pt x="6097" y="1906"/>
                  </a:lnTo>
                  <a:close/>
                  <a:moveTo>
                    <a:pt x="2763" y="4907"/>
                  </a:moveTo>
                  <a:cubicBezTo>
                    <a:pt x="2787" y="4907"/>
                    <a:pt x="2810" y="4930"/>
                    <a:pt x="2810" y="4954"/>
                  </a:cubicBezTo>
                  <a:lnTo>
                    <a:pt x="2810" y="5359"/>
                  </a:lnTo>
                  <a:cubicBezTo>
                    <a:pt x="2810" y="5383"/>
                    <a:pt x="2787" y="5407"/>
                    <a:pt x="2763" y="5407"/>
                  </a:cubicBezTo>
                  <a:lnTo>
                    <a:pt x="1167" y="5407"/>
                  </a:lnTo>
                  <a:cubicBezTo>
                    <a:pt x="1143" y="5407"/>
                    <a:pt x="1120" y="5383"/>
                    <a:pt x="1120" y="5359"/>
                  </a:cubicBezTo>
                  <a:lnTo>
                    <a:pt x="1120" y="4954"/>
                  </a:lnTo>
                  <a:cubicBezTo>
                    <a:pt x="1143" y="4930"/>
                    <a:pt x="1143" y="4930"/>
                    <a:pt x="1191" y="4930"/>
                  </a:cubicBezTo>
                  <a:lnTo>
                    <a:pt x="1167" y="4907"/>
                  </a:lnTo>
                  <a:close/>
                  <a:moveTo>
                    <a:pt x="7386" y="5561"/>
                  </a:moveTo>
                  <a:cubicBezTo>
                    <a:pt x="7484" y="5561"/>
                    <a:pt x="7585" y="5597"/>
                    <a:pt x="7669" y="5669"/>
                  </a:cubicBezTo>
                  <a:cubicBezTo>
                    <a:pt x="7728" y="5716"/>
                    <a:pt x="7800" y="5740"/>
                    <a:pt x="7868" y="5740"/>
                  </a:cubicBezTo>
                  <a:cubicBezTo>
                    <a:pt x="7937" y="5740"/>
                    <a:pt x="8002" y="5716"/>
                    <a:pt x="8050" y="5669"/>
                  </a:cubicBezTo>
                  <a:cubicBezTo>
                    <a:pt x="8121" y="5597"/>
                    <a:pt x="8193" y="5573"/>
                    <a:pt x="8288" y="5573"/>
                  </a:cubicBezTo>
                  <a:lnTo>
                    <a:pt x="9407" y="8241"/>
                  </a:lnTo>
                  <a:cubicBezTo>
                    <a:pt x="9645" y="8812"/>
                    <a:pt x="9621" y="9479"/>
                    <a:pt x="9359" y="10027"/>
                  </a:cubicBezTo>
                  <a:cubicBezTo>
                    <a:pt x="9288" y="10169"/>
                    <a:pt x="9002" y="10241"/>
                    <a:pt x="9002" y="10241"/>
                  </a:cubicBezTo>
                  <a:lnTo>
                    <a:pt x="3906" y="10241"/>
                  </a:lnTo>
                  <a:cubicBezTo>
                    <a:pt x="3739" y="10241"/>
                    <a:pt x="3596" y="10146"/>
                    <a:pt x="3525" y="10027"/>
                  </a:cubicBezTo>
                  <a:cubicBezTo>
                    <a:pt x="3382" y="9717"/>
                    <a:pt x="3311" y="9384"/>
                    <a:pt x="3311" y="9050"/>
                  </a:cubicBezTo>
                  <a:cubicBezTo>
                    <a:pt x="3311" y="8955"/>
                    <a:pt x="3311" y="8836"/>
                    <a:pt x="3334" y="8741"/>
                  </a:cubicBezTo>
                  <a:cubicBezTo>
                    <a:pt x="3334" y="8669"/>
                    <a:pt x="3287" y="8598"/>
                    <a:pt x="3215" y="8574"/>
                  </a:cubicBezTo>
                  <a:lnTo>
                    <a:pt x="3168" y="8574"/>
                  </a:lnTo>
                  <a:cubicBezTo>
                    <a:pt x="3096" y="8574"/>
                    <a:pt x="3025" y="8622"/>
                    <a:pt x="3025" y="8693"/>
                  </a:cubicBezTo>
                  <a:cubicBezTo>
                    <a:pt x="3001" y="8812"/>
                    <a:pt x="3001" y="8931"/>
                    <a:pt x="3001" y="9074"/>
                  </a:cubicBezTo>
                  <a:cubicBezTo>
                    <a:pt x="3001" y="9455"/>
                    <a:pt x="3072" y="9812"/>
                    <a:pt x="3263" y="10169"/>
                  </a:cubicBezTo>
                  <a:cubicBezTo>
                    <a:pt x="3263" y="10193"/>
                    <a:pt x="3287" y="10217"/>
                    <a:pt x="3311" y="10265"/>
                  </a:cubicBezTo>
                  <a:lnTo>
                    <a:pt x="548" y="10265"/>
                  </a:lnTo>
                  <a:cubicBezTo>
                    <a:pt x="429" y="10241"/>
                    <a:pt x="310" y="10146"/>
                    <a:pt x="310" y="10003"/>
                  </a:cubicBezTo>
                  <a:lnTo>
                    <a:pt x="310" y="7764"/>
                  </a:lnTo>
                  <a:lnTo>
                    <a:pt x="3001" y="7764"/>
                  </a:lnTo>
                  <a:cubicBezTo>
                    <a:pt x="3010" y="7767"/>
                    <a:pt x="3019" y="7768"/>
                    <a:pt x="3027" y="7768"/>
                  </a:cubicBezTo>
                  <a:cubicBezTo>
                    <a:pt x="3159" y="7768"/>
                    <a:pt x="3159" y="7451"/>
                    <a:pt x="3027" y="7451"/>
                  </a:cubicBezTo>
                  <a:cubicBezTo>
                    <a:pt x="3019" y="7451"/>
                    <a:pt x="3010" y="7452"/>
                    <a:pt x="3001" y="7455"/>
                  </a:cubicBezTo>
                  <a:lnTo>
                    <a:pt x="310" y="7455"/>
                  </a:lnTo>
                  <a:lnTo>
                    <a:pt x="310" y="7407"/>
                  </a:lnTo>
                  <a:cubicBezTo>
                    <a:pt x="310" y="7336"/>
                    <a:pt x="358" y="7264"/>
                    <a:pt x="405" y="7217"/>
                  </a:cubicBezTo>
                  <a:lnTo>
                    <a:pt x="1263" y="6526"/>
                  </a:lnTo>
                  <a:cubicBezTo>
                    <a:pt x="1310" y="6502"/>
                    <a:pt x="1334" y="6454"/>
                    <a:pt x="1334" y="6407"/>
                  </a:cubicBezTo>
                  <a:lnTo>
                    <a:pt x="1334" y="5764"/>
                  </a:lnTo>
                  <a:lnTo>
                    <a:pt x="2596" y="5764"/>
                  </a:lnTo>
                  <a:lnTo>
                    <a:pt x="2596" y="6407"/>
                  </a:lnTo>
                  <a:cubicBezTo>
                    <a:pt x="2596" y="6454"/>
                    <a:pt x="2620" y="6478"/>
                    <a:pt x="2644" y="6526"/>
                  </a:cubicBezTo>
                  <a:lnTo>
                    <a:pt x="3501" y="7217"/>
                  </a:lnTo>
                  <a:cubicBezTo>
                    <a:pt x="3525" y="7240"/>
                    <a:pt x="3525" y="7240"/>
                    <a:pt x="3549" y="7264"/>
                  </a:cubicBezTo>
                  <a:lnTo>
                    <a:pt x="3192" y="8121"/>
                  </a:lnTo>
                  <a:cubicBezTo>
                    <a:pt x="3144" y="8193"/>
                    <a:pt x="3192" y="8288"/>
                    <a:pt x="3263" y="8336"/>
                  </a:cubicBezTo>
                  <a:cubicBezTo>
                    <a:pt x="3280" y="8340"/>
                    <a:pt x="3296" y="8342"/>
                    <a:pt x="3311" y="8342"/>
                  </a:cubicBezTo>
                  <a:cubicBezTo>
                    <a:pt x="3383" y="8342"/>
                    <a:pt x="3438" y="8299"/>
                    <a:pt x="3477" y="8241"/>
                  </a:cubicBezTo>
                  <a:lnTo>
                    <a:pt x="4597" y="5573"/>
                  </a:lnTo>
                  <a:cubicBezTo>
                    <a:pt x="4692" y="5573"/>
                    <a:pt x="4763" y="5597"/>
                    <a:pt x="4835" y="5669"/>
                  </a:cubicBezTo>
                  <a:cubicBezTo>
                    <a:pt x="4882" y="5716"/>
                    <a:pt x="4948" y="5740"/>
                    <a:pt x="5016" y="5740"/>
                  </a:cubicBezTo>
                  <a:cubicBezTo>
                    <a:pt x="5085" y="5740"/>
                    <a:pt x="5156" y="5716"/>
                    <a:pt x="5216" y="5669"/>
                  </a:cubicBezTo>
                  <a:cubicBezTo>
                    <a:pt x="5299" y="5597"/>
                    <a:pt x="5400" y="5561"/>
                    <a:pt x="5499" y="5561"/>
                  </a:cubicBezTo>
                  <a:cubicBezTo>
                    <a:pt x="5597" y="5561"/>
                    <a:pt x="5692" y="5597"/>
                    <a:pt x="5763" y="5669"/>
                  </a:cubicBezTo>
                  <a:cubicBezTo>
                    <a:pt x="5823" y="5716"/>
                    <a:pt x="5894" y="5740"/>
                    <a:pt x="5966" y="5740"/>
                  </a:cubicBezTo>
                  <a:cubicBezTo>
                    <a:pt x="6037" y="5740"/>
                    <a:pt x="6109" y="5716"/>
                    <a:pt x="6168" y="5669"/>
                  </a:cubicBezTo>
                  <a:cubicBezTo>
                    <a:pt x="6252" y="5597"/>
                    <a:pt x="6347" y="5561"/>
                    <a:pt x="6442" y="5561"/>
                  </a:cubicBezTo>
                  <a:cubicBezTo>
                    <a:pt x="6537" y="5561"/>
                    <a:pt x="6633" y="5597"/>
                    <a:pt x="6716" y="5669"/>
                  </a:cubicBezTo>
                  <a:cubicBezTo>
                    <a:pt x="6776" y="5716"/>
                    <a:pt x="6847" y="5740"/>
                    <a:pt x="6918" y="5740"/>
                  </a:cubicBezTo>
                  <a:cubicBezTo>
                    <a:pt x="6990" y="5740"/>
                    <a:pt x="7061" y="5716"/>
                    <a:pt x="7121" y="5669"/>
                  </a:cubicBezTo>
                  <a:cubicBezTo>
                    <a:pt x="7192" y="5597"/>
                    <a:pt x="7288" y="5561"/>
                    <a:pt x="7386" y="5561"/>
                  </a:cubicBezTo>
                  <a:close/>
                  <a:moveTo>
                    <a:pt x="6145" y="1"/>
                  </a:moveTo>
                  <a:cubicBezTo>
                    <a:pt x="5954" y="1"/>
                    <a:pt x="5787" y="167"/>
                    <a:pt x="5787" y="358"/>
                  </a:cubicBezTo>
                  <a:lnTo>
                    <a:pt x="5787" y="810"/>
                  </a:lnTo>
                  <a:lnTo>
                    <a:pt x="5168" y="810"/>
                  </a:lnTo>
                  <a:cubicBezTo>
                    <a:pt x="4954" y="810"/>
                    <a:pt x="4811" y="977"/>
                    <a:pt x="4811" y="1168"/>
                  </a:cubicBezTo>
                  <a:lnTo>
                    <a:pt x="4811" y="1573"/>
                  </a:lnTo>
                  <a:cubicBezTo>
                    <a:pt x="4811" y="1763"/>
                    <a:pt x="4954" y="1930"/>
                    <a:pt x="5168" y="1930"/>
                  </a:cubicBezTo>
                  <a:lnTo>
                    <a:pt x="5192" y="1930"/>
                  </a:lnTo>
                  <a:lnTo>
                    <a:pt x="5192" y="3335"/>
                  </a:lnTo>
                  <a:lnTo>
                    <a:pt x="4358" y="5311"/>
                  </a:lnTo>
                  <a:lnTo>
                    <a:pt x="3692" y="6931"/>
                  </a:lnTo>
                  <a:lnTo>
                    <a:pt x="2906" y="6288"/>
                  </a:lnTo>
                  <a:lnTo>
                    <a:pt x="2906" y="5692"/>
                  </a:lnTo>
                  <a:cubicBezTo>
                    <a:pt x="3049" y="5645"/>
                    <a:pt x="3120" y="5502"/>
                    <a:pt x="3120" y="5383"/>
                  </a:cubicBezTo>
                  <a:lnTo>
                    <a:pt x="3120" y="4978"/>
                  </a:lnTo>
                  <a:cubicBezTo>
                    <a:pt x="3120" y="4787"/>
                    <a:pt x="2953" y="4621"/>
                    <a:pt x="2763" y="4621"/>
                  </a:cubicBezTo>
                  <a:lnTo>
                    <a:pt x="1167" y="4621"/>
                  </a:lnTo>
                  <a:cubicBezTo>
                    <a:pt x="977" y="4621"/>
                    <a:pt x="810" y="4787"/>
                    <a:pt x="810" y="4978"/>
                  </a:cubicBezTo>
                  <a:lnTo>
                    <a:pt x="810" y="5383"/>
                  </a:lnTo>
                  <a:cubicBezTo>
                    <a:pt x="810" y="5502"/>
                    <a:pt x="882" y="5645"/>
                    <a:pt x="1024" y="5692"/>
                  </a:cubicBezTo>
                  <a:lnTo>
                    <a:pt x="1024" y="6288"/>
                  </a:lnTo>
                  <a:lnTo>
                    <a:pt x="215" y="6955"/>
                  </a:lnTo>
                  <a:cubicBezTo>
                    <a:pt x="72" y="7050"/>
                    <a:pt x="0" y="7217"/>
                    <a:pt x="0" y="7383"/>
                  </a:cubicBezTo>
                  <a:lnTo>
                    <a:pt x="0" y="10003"/>
                  </a:lnTo>
                  <a:cubicBezTo>
                    <a:pt x="0" y="10289"/>
                    <a:pt x="262" y="10551"/>
                    <a:pt x="572" y="10551"/>
                  </a:cubicBezTo>
                  <a:lnTo>
                    <a:pt x="3358" y="10551"/>
                  </a:lnTo>
                  <a:cubicBezTo>
                    <a:pt x="3453" y="10551"/>
                    <a:pt x="3525" y="10527"/>
                    <a:pt x="3620" y="10479"/>
                  </a:cubicBezTo>
                  <a:cubicBezTo>
                    <a:pt x="3715" y="10527"/>
                    <a:pt x="3811" y="10551"/>
                    <a:pt x="3906" y="10551"/>
                  </a:cubicBezTo>
                  <a:lnTo>
                    <a:pt x="9002" y="10551"/>
                  </a:lnTo>
                  <a:cubicBezTo>
                    <a:pt x="9264" y="10551"/>
                    <a:pt x="9526" y="10384"/>
                    <a:pt x="9645" y="10146"/>
                  </a:cubicBezTo>
                  <a:cubicBezTo>
                    <a:pt x="9812" y="9812"/>
                    <a:pt x="9907" y="9431"/>
                    <a:pt x="9907" y="9050"/>
                  </a:cubicBezTo>
                  <a:cubicBezTo>
                    <a:pt x="9907" y="8717"/>
                    <a:pt x="9836" y="8407"/>
                    <a:pt x="9717" y="8098"/>
                  </a:cubicBezTo>
                  <a:lnTo>
                    <a:pt x="8550" y="5311"/>
                  </a:lnTo>
                  <a:lnTo>
                    <a:pt x="8073" y="4240"/>
                  </a:lnTo>
                  <a:cubicBezTo>
                    <a:pt x="8055" y="4167"/>
                    <a:pt x="7995" y="4136"/>
                    <a:pt x="7936" y="4136"/>
                  </a:cubicBezTo>
                  <a:cubicBezTo>
                    <a:pt x="7918" y="4136"/>
                    <a:pt x="7900" y="4139"/>
                    <a:pt x="7883" y="4144"/>
                  </a:cubicBezTo>
                  <a:cubicBezTo>
                    <a:pt x="7788" y="4192"/>
                    <a:pt x="7764" y="4264"/>
                    <a:pt x="7788" y="4359"/>
                  </a:cubicBezTo>
                  <a:lnTo>
                    <a:pt x="8169" y="5240"/>
                  </a:lnTo>
                  <a:cubicBezTo>
                    <a:pt x="8050" y="5264"/>
                    <a:pt x="7954" y="5311"/>
                    <a:pt x="7859" y="5383"/>
                  </a:cubicBezTo>
                  <a:cubicBezTo>
                    <a:pt x="7728" y="5276"/>
                    <a:pt x="7561" y="5222"/>
                    <a:pt x="7395" y="5222"/>
                  </a:cubicBezTo>
                  <a:cubicBezTo>
                    <a:pt x="7228" y="5222"/>
                    <a:pt x="7061" y="5276"/>
                    <a:pt x="6930" y="5383"/>
                  </a:cubicBezTo>
                  <a:cubicBezTo>
                    <a:pt x="6788" y="5276"/>
                    <a:pt x="6615" y="5222"/>
                    <a:pt x="6445" y="5222"/>
                  </a:cubicBezTo>
                  <a:cubicBezTo>
                    <a:pt x="6275" y="5222"/>
                    <a:pt x="6109" y="5276"/>
                    <a:pt x="5978" y="5383"/>
                  </a:cubicBezTo>
                  <a:cubicBezTo>
                    <a:pt x="5835" y="5288"/>
                    <a:pt x="5668" y="5216"/>
                    <a:pt x="5502" y="5216"/>
                  </a:cubicBezTo>
                  <a:cubicBezTo>
                    <a:pt x="5335" y="5216"/>
                    <a:pt x="5168" y="5288"/>
                    <a:pt x="5025" y="5383"/>
                  </a:cubicBezTo>
                  <a:cubicBezTo>
                    <a:pt x="4954" y="5311"/>
                    <a:pt x="4835" y="5264"/>
                    <a:pt x="4739" y="5240"/>
                  </a:cubicBezTo>
                  <a:lnTo>
                    <a:pt x="5502" y="3430"/>
                  </a:lnTo>
                  <a:cubicBezTo>
                    <a:pt x="5502" y="3406"/>
                    <a:pt x="5502" y="3382"/>
                    <a:pt x="5502" y="3382"/>
                  </a:cubicBezTo>
                  <a:lnTo>
                    <a:pt x="5502" y="1930"/>
                  </a:lnTo>
                  <a:lnTo>
                    <a:pt x="5787" y="1930"/>
                  </a:lnTo>
                  <a:lnTo>
                    <a:pt x="5787" y="2168"/>
                  </a:lnTo>
                  <a:cubicBezTo>
                    <a:pt x="5787" y="2358"/>
                    <a:pt x="5954" y="2525"/>
                    <a:pt x="6145" y="2525"/>
                  </a:cubicBezTo>
                  <a:lnTo>
                    <a:pt x="6740" y="2525"/>
                  </a:lnTo>
                  <a:cubicBezTo>
                    <a:pt x="6930" y="2525"/>
                    <a:pt x="7097" y="2358"/>
                    <a:pt x="7097" y="2168"/>
                  </a:cubicBezTo>
                  <a:lnTo>
                    <a:pt x="7097" y="1930"/>
                  </a:lnTo>
                  <a:lnTo>
                    <a:pt x="7383" y="1930"/>
                  </a:lnTo>
                  <a:lnTo>
                    <a:pt x="7383" y="3382"/>
                  </a:lnTo>
                  <a:cubicBezTo>
                    <a:pt x="7383" y="3382"/>
                    <a:pt x="7383" y="3406"/>
                    <a:pt x="7383" y="3430"/>
                  </a:cubicBezTo>
                  <a:lnTo>
                    <a:pt x="7573" y="3859"/>
                  </a:lnTo>
                  <a:cubicBezTo>
                    <a:pt x="7608" y="3910"/>
                    <a:pt x="7667" y="3949"/>
                    <a:pt x="7733" y="3949"/>
                  </a:cubicBezTo>
                  <a:cubicBezTo>
                    <a:pt x="7758" y="3949"/>
                    <a:pt x="7785" y="3943"/>
                    <a:pt x="7812" y="3930"/>
                  </a:cubicBezTo>
                  <a:cubicBezTo>
                    <a:pt x="7883" y="3906"/>
                    <a:pt x="7907" y="3811"/>
                    <a:pt x="7883" y="3716"/>
                  </a:cubicBezTo>
                  <a:lnTo>
                    <a:pt x="7692" y="3335"/>
                  </a:lnTo>
                  <a:lnTo>
                    <a:pt x="7692" y="1930"/>
                  </a:lnTo>
                  <a:lnTo>
                    <a:pt x="7740" y="1930"/>
                  </a:lnTo>
                  <a:cubicBezTo>
                    <a:pt x="7931" y="1930"/>
                    <a:pt x="8097" y="1763"/>
                    <a:pt x="8097" y="1573"/>
                  </a:cubicBezTo>
                  <a:lnTo>
                    <a:pt x="8097" y="1168"/>
                  </a:lnTo>
                  <a:cubicBezTo>
                    <a:pt x="8097" y="977"/>
                    <a:pt x="7931" y="810"/>
                    <a:pt x="7740" y="810"/>
                  </a:cubicBezTo>
                  <a:lnTo>
                    <a:pt x="7097" y="810"/>
                  </a:lnTo>
                  <a:lnTo>
                    <a:pt x="7097" y="358"/>
                  </a:lnTo>
                  <a:cubicBezTo>
                    <a:pt x="7097" y="167"/>
                    <a:pt x="6930" y="1"/>
                    <a:pt x="67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17;p39">
              <a:extLst>
                <a:ext uri="{FF2B5EF4-FFF2-40B4-BE49-F238E27FC236}">
                  <a16:creationId xmlns:a16="http://schemas.microsoft.com/office/drawing/2014/main" id="{65811951-2396-AEB9-3A3D-53EB62C9D3B9}"/>
                </a:ext>
              </a:extLst>
            </p:cNvPr>
            <p:cNvSpPr/>
            <p:nvPr/>
          </p:nvSpPr>
          <p:spPr>
            <a:xfrm>
              <a:off x="5301675" y="4246650"/>
              <a:ext cx="7750" cy="8000"/>
            </a:xfrm>
            <a:custGeom>
              <a:avLst/>
              <a:gdLst/>
              <a:ahLst/>
              <a:cxnLst/>
              <a:rect l="l" t="t" r="r" b="b"/>
              <a:pathLst>
                <a:path w="310" h="320" extrusionOk="0">
                  <a:moveTo>
                    <a:pt x="131" y="0"/>
                  </a:moveTo>
                  <a:cubicBezTo>
                    <a:pt x="54" y="0"/>
                    <a:pt x="0" y="65"/>
                    <a:pt x="0" y="148"/>
                  </a:cubicBezTo>
                  <a:lnTo>
                    <a:pt x="0" y="172"/>
                  </a:lnTo>
                  <a:cubicBezTo>
                    <a:pt x="0" y="243"/>
                    <a:pt x="48" y="314"/>
                    <a:pt x="119" y="314"/>
                  </a:cubicBezTo>
                  <a:cubicBezTo>
                    <a:pt x="132" y="318"/>
                    <a:pt x="144" y="319"/>
                    <a:pt x="157" y="319"/>
                  </a:cubicBezTo>
                  <a:cubicBezTo>
                    <a:pt x="238" y="319"/>
                    <a:pt x="310" y="254"/>
                    <a:pt x="310" y="172"/>
                  </a:cubicBezTo>
                  <a:cubicBezTo>
                    <a:pt x="310" y="76"/>
                    <a:pt x="238" y="5"/>
                    <a:pt x="167" y="5"/>
                  </a:cubicBezTo>
                  <a:cubicBezTo>
                    <a:pt x="154" y="2"/>
                    <a:pt x="142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18;p39">
              <a:extLst>
                <a:ext uri="{FF2B5EF4-FFF2-40B4-BE49-F238E27FC236}">
                  <a16:creationId xmlns:a16="http://schemas.microsoft.com/office/drawing/2014/main" id="{5EB36953-3B5F-1991-BF93-8734D18F9CF3}"/>
                </a:ext>
              </a:extLst>
            </p:cNvPr>
            <p:cNvSpPr/>
            <p:nvPr/>
          </p:nvSpPr>
          <p:spPr>
            <a:xfrm>
              <a:off x="5286775" y="4316900"/>
              <a:ext cx="7775" cy="8000"/>
            </a:xfrm>
            <a:custGeom>
              <a:avLst/>
              <a:gdLst/>
              <a:ahLst/>
              <a:cxnLst/>
              <a:rect l="l" t="t" r="r" b="b"/>
              <a:pathLst>
                <a:path w="311" h="320" extrusionOk="0">
                  <a:moveTo>
                    <a:pt x="173" y="0"/>
                  </a:moveTo>
                  <a:cubicBezTo>
                    <a:pt x="163" y="0"/>
                    <a:pt x="153" y="2"/>
                    <a:pt x="144" y="5"/>
                  </a:cubicBezTo>
                  <a:cubicBezTo>
                    <a:pt x="48" y="5"/>
                    <a:pt x="1" y="76"/>
                    <a:pt x="1" y="172"/>
                  </a:cubicBezTo>
                  <a:cubicBezTo>
                    <a:pt x="1" y="243"/>
                    <a:pt x="48" y="314"/>
                    <a:pt x="144" y="314"/>
                  </a:cubicBezTo>
                  <a:cubicBezTo>
                    <a:pt x="153" y="318"/>
                    <a:pt x="163" y="319"/>
                    <a:pt x="173" y="319"/>
                  </a:cubicBezTo>
                  <a:cubicBezTo>
                    <a:pt x="239" y="319"/>
                    <a:pt x="310" y="254"/>
                    <a:pt x="310" y="172"/>
                  </a:cubicBezTo>
                  <a:lnTo>
                    <a:pt x="310" y="148"/>
                  </a:lnTo>
                  <a:cubicBezTo>
                    <a:pt x="310" y="65"/>
                    <a:pt x="239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19;p39">
              <a:extLst>
                <a:ext uri="{FF2B5EF4-FFF2-40B4-BE49-F238E27FC236}">
                  <a16:creationId xmlns:a16="http://schemas.microsoft.com/office/drawing/2014/main" id="{E7B4DD73-7520-8F3B-42D5-EEF98B18A9D2}"/>
                </a:ext>
              </a:extLst>
            </p:cNvPr>
            <p:cNvSpPr/>
            <p:nvPr/>
          </p:nvSpPr>
          <p:spPr>
            <a:xfrm>
              <a:off x="5161750" y="4301525"/>
              <a:ext cx="8375" cy="8375"/>
            </a:xfrm>
            <a:custGeom>
              <a:avLst/>
              <a:gdLst/>
              <a:ahLst/>
              <a:cxnLst/>
              <a:rect l="l" t="t" r="r" b="b"/>
              <a:pathLst>
                <a:path w="335" h="335" extrusionOk="0">
                  <a:moveTo>
                    <a:pt x="144" y="1"/>
                  </a:moveTo>
                  <a:cubicBezTo>
                    <a:pt x="72" y="25"/>
                    <a:pt x="1" y="96"/>
                    <a:pt x="25" y="167"/>
                  </a:cubicBezTo>
                  <a:cubicBezTo>
                    <a:pt x="1" y="263"/>
                    <a:pt x="72" y="310"/>
                    <a:pt x="144" y="334"/>
                  </a:cubicBezTo>
                  <a:cubicBezTo>
                    <a:pt x="239" y="334"/>
                    <a:pt x="334" y="263"/>
                    <a:pt x="334" y="167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20;p39">
              <a:extLst>
                <a:ext uri="{FF2B5EF4-FFF2-40B4-BE49-F238E27FC236}">
                  <a16:creationId xmlns:a16="http://schemas.microsoft.com/office/drawing/2014/main" id="{FA987F3A-1ECD-5EE3-3038-0D4F700B93BF}"/>
                </a:ext>
              </a:extLst>
            </p:cNvPr>
            <p:cNvSpPr/>
            <p:nvPr/>
          </p:nvSpPr>
          <p:spPr>
            <a:xfrm>
              <a:off x="5286775" y="4251400"/>
              <a:ext cx="7775" cy="8475"/>
            </a:xfrm>
            <a:custGeom>
              <a:avLst/>
              <a:gdLst/>
              <a:ahLst/>
              <a:cxnLst/>
              <a:rect l="l" t="t" r="r" b="b"/>
              <a:pathLst>
                <a:path w="311" h="339" extrusionOk="0">
                  <a:moveTo>
                    <a:pt x="173" y="1"/>
                  </a:moveTo>
                  <a:cubicBezTo>
                    <a:pt x="163" y="1"/>
                    <a:pt x="153" y="2"/>
                    <a:pt x="144" y="5"/>
                  </a:cubicBezTo>
                  <a:cubicBezTo>
                    <a:pt x="48" y="5"/>
                    <a:pt x="1" y="77"/>
                    <a:pt x="1" y="172"/>
                  </a:cubicBezTo>
                  <a:cubicBezTo>
                    <a:pt x="1" y="243"/>
                    <a:pt x="48" y="315"/>
                    <a:pt x="144" y="339"/>
                  </a:cubicBezTo>
                  <a:cubicBezTo>
                    <a:pt x="215" y="339"/>
                    <a:pt x="310" y="267"/>
                    <a:pt x="310" y="172"/>
                  </a:cubicBezTo>
                  <a:lnTo>
                    <a:pt x="310" y="148"/>
                  </a:lnTo>
                  <a:cubicBezTo>
                    <a:pt x="310" y="65"/>
                    <a:pt x="239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21;p39">
              <a:extLst>
                <a:ext uri="{FF2B5EF4-FFF2-40B4-BE49-F238E27FC236}">
                  <a16:creationId xmlns:a16="http://schemas.microsoft.com/office/drawing/2014/main" id="{56CAD7AD-31C3-2C5E-B295-A0D27A398CEA}"/>
                </a:ext>
              </a:extLst>
            </p:cNvPr>
            <p:cNvSpPr/>
            <p:nvPr/>
          </p:nvSpPr>
          <p:spPr>
            <a:xfrm>
              <a:off x="5236775" y="4236625"/>
              <a:ext cx="7750" cy="8475"/>
            </a:xfrm>
            <a:custGeom>
              <a:avLst/>
              <a:gdLst/>
              <a:ahLst/>
              <a:cxnLst/>
              <a:rect l="l" t="t" r="r" b="b"/>
              <a:pathLst>
                <a:path w="310" h="339" extrusionOk="0">
                  <a:moveTo>
                    <a:pt x="143" y="1"/>
                  </a:moveTo>
                  <a:cubicBezTo>
                    <a:pt x="48" y="25"/>
                    <a:pt x="0" y="96"/>
                    <a:pt x="0" y="191"/>
                  </a:cubicBezTo>
                  <a:cubicBezTo>
                    <a:pt x="0" y="263"/>
                    <a:pt x="48" y="334"/>
                    <a:pt x="143" y="334"/>
                  </a:cubicBezTo>
                  <a:cubicBezTo>
                    <a:pt x="153" y="338"/>
                    <a:pt x="163" y="339"/>
                    <a:pt x="172" y="339"/>
                  </a:cubicBezTo>
                  <a:cubicBezTo>
                    <a:pt x="238" y="339"/>
                    <a:pt x="310" y="274"/>
                    <a:pt x="310" y="191"/>
                  </a:cubicBezTo>
                  <a:lnTo>
                    <a:pt x="310" y="168"/>
                  </a:lnTo>
                  <a:cubicBezTo>
                    <a:pt x="310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22;p39">
              <a:extLst>
                <a:ext uri="{FF2B5EF4-FFF2-40B4-BE49-F238E27FC236}">
                  <a16:creationId xmlns:a16="http://schemas.microsoft.com/office/drawing/2014/main" id="{6B893FFA-2F34-D168-A6EC-DD2B98089582}"/>
                </a:ext>
              </a:extLst>
            </p:cNvPr>
            <p:cNvSpPr/>
            <p:nvPr/>
          </p:nvSpPr>
          <p:spPr>
            <a:xfrm>
              <a:off x="5226650" y="4289500"/>
              <a:ext cx="8350" cy="8000"/>
            </a:xfrm>
            <a:custGeom>
              <a:avLst/>
              <a:gdLst/>
              <a:ahLst/>
              <a:cxnLst/>
              <a:rect l="l" t="t" r="r" b="b"/>
              <a:pathLst>
                <a:path w="334" h="320" extrusionOk="0">
                  <a:moveTo>
                    <a:pt x="180" y="1"/>
                  </a:moveTo>
                  <a:cubicBezTo>
                    <a:pt x="168" y="1"/>
                    <a:pt x="156" y="2"/>
                    <a:pt x="143" y="5"/>
                  </a:cubicBezTo>
                  <a:cubicBezTo>
                    <a:pt x="72" y="5"/>
                    <a:pt x="1" y="77"/>
                    <a:pt x="24" y="172"/>
                  </a:cubicBezTo>
                  <a:cubicBezTo>
                    <a:pt x="1" y="244"/>
                    <a:pt x="72" y="315"/>
                    <a:pt x="143" y="315"/>
                  </a:cubicBezTo>
                  <a:cubicBezTo>
                    <a:pt x="156" y="318"/>
                    <a:pt x="168" y="320"/>
                    <a:pt x="180" y="320"/>
                  </a:cubicBezTo>
                  <a:cubicBezTo>
                    <a:pt x="257" y="320"/>
                    <a:pt x="313" y="255"/>
                    <a:pt x="334" y="172"/>
                  </a:cubicBezTo>
                  <a:lnTo>
                    <a:pt x="334" y="148"/>
                  </a:lnTo>
                  <a:cubicBezTo>
                    <a:pt x="313" y="66"/>
                    <a:pt x="25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495;p39">
            <a:extLst>
              <a:ext uri="{FF2B5EF4-FFF2-40B4-BE49-F238E27FC236}">
                <a16:creationId xmlns:a16="http://schemas.microsoft.com/office/drawing/2014/main" id="{D865A6E0-44DA-3ADB-E07E-CA6EF64985C1}"/>
              </a:ext>
            </a:extLst>
          </p:cNvPr>
          <p:cNvSpPr/>
          <p:nvPr/>
        </p:nvSpPr>
        <p:spPr>
          <a:xfrm>
            <a:off x="252408" y="4659285"/>
            <a:ext cx="803162" cy="657805"/>
          </a:xfrm>
          <a:custGeom>
            <a:avLst/>
            <a:gdLst/>
            <a:ahLst/>
            <a:cxnLst/>
            <a:rect l="l" t="t" r="r" b="b"/>
            <a:pathLst>
              <a:path w="59056" h="48368" fill="none" extrusionOk="0">
                <a:moveTo>
                  <a:pt x="43851" y="44885"/>
                </a:moveTo>
                <a:cubicBezTo>
                  <a:pt x="41298" y="46266"/>
                  <a:pt x="38390" y="46787"/>
                  <a:pt x="35669" y="47759"/>
                </a:cubicBezTo>
                <a:cubicBezTo>
                  <a:pt x="34957" y="48061"/>
                  <a:pt x="34207" y="48268"/>
                  <a:pt x="33442" y="48367"/>
                </a:cubicBezTo>
                <a:cubicBezTo>
                  <a:pt x="32496" y="48141"/>
                  <a:pt x="31494" y="48199"/>
                  <a:pt x="30514" y="48180"/>
                </a:cubicBezTo>
                <a:cubicBezTo>
                  <a:pt x="28382" y="47537"/>
                  <a:pt x="26231" y="46844"/>
                  <a:pt x="23939" y="46645"/>
                </a:cubicBezTo>
                <a:cubicBezTo>
                  <a:pt x="21555" y="46350"/>
                  <a:pt x="19729" y="44915"/>
                  <a:pt x="17804" y="43813"/>
                </a:cubicBezTo>
                <a:cubicBezTo>
                  <a:pt x="16549" y="43442"/>
                  <a:pt x="15221" y="43204"/>
                  <a:pt x="14115" y="42539"/>
                </a:cubicBezTo>
                <a:cubicBezTo>
                  <a:pt x="12733" y="42110"/>
                  <a:pt x="11807" y="41100"/>
                  <a:pt x="10847" y="40189"/>
                </a:cubicBezTo>
                <a:cubicBezTo>
                  <a:pt x="9603" y="38918"/>
                  <a:pt x="8030" y="37942"/>
                  <a:pt x="6890" y="36584"/>
                </a:cubicBezTo>
                <a:cubicBezTo>
                  <a:pt x="4934" y="34758"/>
                  <a:pt x="3801" y="32389"/>
                  <a:pt x="2546" y="30135"/>
                </a:cubicBezTo>
                <a:cubicBezTo>
                  <a:pt x="1635" y="28505"/>
                  <a:pt x="200" y="27062"/>
                  <a:pt x="1" y="25141"/>
                </a:cubicBezTo>
                <a:cubicBezTo>
                  <a:pt x="9" y="24322"/>
                  <a:pt x="165" y="23503"/>
                  <a:pt x="284" y="22680"/>
                </a:cubicBezTo>
                <a:cubicBezTo>
                  <a:pt x="403" y="21666"/>
                  <a:pt x="694" y="20667"/>
                  <a:pt x="977" y="19672"/>
                </a:cubicBezTo>
                <a:cubicBezTo>
                  <a:pt x="1164" y="18333"/>
                  <a:pt x="1558" y="16993"/>
                  <a:pt x="2569" y="15902"/>
                </a:cubicBezTo>
                <a:cubicBezTo>
                  <a:pt x="1937" y="14838"/>
                  <a:pt x="3227" y="14012"/>
                  <a:pt x="3805" y="13147"/>
                </a:cubicBezTo>
                <a:cubicBezTo>
                  <a:pt x="4383" y="12282"/>
                  <a:pt x="5405" y="11781"/>
                  <a:pt x="6094" y="11023"/>
                </a:cubicBezTo>
                <a:cubicBezTo>
                  <a:pt x="6897" y="9167"/>
                  <a:pt x="8267" y="7533"/>
                  <a:pt x="9878" y="6143"/>
                </a:cubicBezTo>
                <a:cubicBezTo>
                  <a:pt x="11069" y="4930"/>
                  <a:pt x="12389" y="3855"/>
                  <a:pt x="13816" y="2932"/>
                </a:cubicBezTo>
                <a:cubicBezTo>
                  <a:pt x="16779" y="1095"/>
                  <a:pt x="20307" y="349"/>
                  <a:pt x="23748" y="188"/>
                </a:cubicBezTo>
                <a:cubicBezTo>
                  <a:pt x="26756" y="55"/>
                  <a:pt x="29771" y="1"/>
                  <a:pt x="32753" y="162"/>
                </a:cubicBezTo>
                <a:cubicBezTo>
                  <a:pt x="33442" y="200"/>
                  <a:pt x="34130" y="242"/>
                  <a:pt x="34808" y="307"/>
                </a:cubicBezTo>
                <a:cubicBezTo>
                  <a:pt x="36939" y="441"/>
                  <a:pt x="39098" y="334"/>
                  <a:pt x="41222" y="521"/>
                </a:cubicBezTo>
                <a:cubicBezTo>
                  <a:pt x="43097" y="732"/>
                  <a:pt x="44777" y="1463"/>
                  <a:pt x="46465" y="2113"/>
                </a:cubicBezTo>
                <a:cubicBezTo>
                  <a:pt x="48428" y="2998"/>
                  <a:pt x="50633" y="3755"/>
                  <a:pt x="51827" y="5493"/>
                </a:cubicBezTo>
                <a:cubicBezTo>
                  <a:pt x="53281" y="7594"/>
                  <a:pt x="54249" y="9967"/>
                  <a:pt x="55902" y="11949"/>
                </a:cubicBezTo>
                <a:cubicBezTo>
                  <a:pt x="57544" y="13767"/>
                  <a:pt x="58402" y="16059"/>
                  <a:pt x="58956" y="18359"/>
                </a:cubicBezTo>
                <a:cubicBezTo>
                  <a:pt x="59056" y="19982"/>
                  <a:pt x="58738" y="21628"/>
                  <a:pt x="58934" y="23239"/>
                </a:cubicBezTo>
                <a:cubicBezTo>
                  <a:pt x="58734" y="25053"/>
                  <a:pt x="58956" y="26874"/>
                  <a:pt x="58440" y="28677"/>
                </a:cubicBezTo>
                <a:cubicBezTo>
                  <a:pt x="58390" y="29519"/>
                  <a:pt x="58524" y="30349"/>
                  <a:pt x="58486" y="31191"/>
                </a:cubicBezTo>
                <a:cubicBezTo>
                  <a:pt x="58386" y="32087"/>
                  <a:pt x="57701" y="32837"/>
                  <a:pt x="57119" y="33557"/>
                </a:cubicBezTo>
                <a:cubicBezTo>
                  <a:pt x="55987" y="34976"/>
                  <a:pt x="55110" y="36572"/>
                  <a:pt x="53656" y="37770"/>
                </a:cubicBezTo>
                <a:cubicBezTo>
                  <a:pt x="52573" y="38650"/>
                  <a:pt x="51677" y="39695"/>
                  <a:pt x="50671" y="40640"/>
                </a:cubicBezTo>
                <a:cubicBezTo>
                  <a:pt x="49106" y="41827"/>
                  <a:pt x="47667" y="43250"/>
                  <a:pt x="45742" y="43943"/>
                </a:cubicBezTo>
                <a:cubicBezTo>
                  <a:pt x="45072" y="44169"/>
                  <a:pt x="44467" y="44544"/>
                  <a:pt x="43851" y="44885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382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512;p39">
            <a:extLst>
              <a:ext uri="{FF2B5EF4-FFF2-40B4-BE49-F238E27FC236}">
                <a16:creationId xmlns:a16="http://schemas.microsoft.com/office/drawing/2014/main" id="{7843300F-2D25-7DB9-AD65-E09718B84E95}"/>
              </a:ext>
            </a:extLst>
          </p:cNvPr>
          <p:cNvGrpSpPr/>
          <p:nvPr/>
        </p:nvGrpSpPr>
        <p:grpSpPr>
          <a:xfrm>
            <a:off x="539833" y="4749967"/>
            <a:ext cx="333652" cy="355305"/>
            <a:chOff x="5111750" y="4086600"/>
            <a:chExt cx="247700" cy="263775"/>
          </a:xfrm>
        </p:grpSpPr>
        <p:sp>
          <p:nvSpPr>
            <p:cNvPr id="28" name="Google Shape;513;p39">
              <a:extLst>
                <a:ext uri="{FF2B5EF4-FFF2-40B4-BE49-F238E27FC236}">
                  <a16:creationId xmlns:a16="http://schemas.microsoft.com/office/drawing/2014/main" id="{3B16C860-BD2B-48E6-4EA8-68E6DE87C8A6}"/>
                </a:ext>
              </a:extLst>
            </p:cNvPr>
            <p:cNvSpPr/>
            <p:nvPr/>
          </p:nvSpPr>
          <p:spPr>
            <a:xfrm>
              <a:off x="5306425" y="4289500"/>
              <a:ext cx="8375" cy="8000"/>
            </a:xfrm>
            <a:custGeom>
              <a:avLst/>
              <a:gdLst/>
              <a:ahLst/>
              <a:cxnLst/>
              <a:rect l="l" t="t" r="r" b="b"/>
              <a:pathLst>
                <a:path w="335" h="320" extrusionOk="0">
                  <a:moveTo>
                    <a:pt x="180" y="1"/>
                  </a:moveTo>
                  <a:cubicBezTo>
                    <a:pt x="168" y="1"/>
                    <a:pt x="156" y="2"/>
                    <a:pt x="144" y="5"/>
                  </a:cubicBezTo>
                  <a:cubicBezTo>
                    <a:pt x="72" y="5"/>
                    <a:pt x="1" y="77"/>
                    <a:pt x="25" y="172"/>
                  </a:cubicBezTo>
                  <a:cubicBezTo>
                    <a:pt x="1" y="244"/>
                    <a:pt x="72" y="315"/>
                    <a:pt x="144" y="315"/>
                  </a:cubicBezTo>
                  <a:cubicBezTo>
                    <a:pt x="156" y="318"/>
                    <a:pt x="168" y="320"/>
                    <a:pt x="180" y="320"/>
                  </a:cubicBezTo>
                  <a:cubicBezTo>
                    <a:pt x="257" y="320"/>
                    <a:pt x="313" y="255"/>
                    <a:pt x="334" y="172"/>
                  </a:cubicBezTo>
                  <a:lnTo>
                    <a:pt x="334" y="148"/>
                  </a:lnTo>
                  <a:cubicBezTo>
                    <a:pt x="313" y="66"/>
                    <a:pt x="25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14;p39">
              <a:extLst>
                <a:ext uri="{FF2B5EF4-FFF2-40B4-BE49-F238E27FC236}">
                  <a16:creationId xmlns:a16="http://schemas.microsoft.com/office/drawing/2014/main" id="{A80A49A8-1B32-1C9C-5D33-1C032E34F37C}"/>
                </a:ext>
              </a:extLst>
            </p:cNvPr>
            <p:cNvSpPr/>
            <p:nvPr/>
          </p:nvSpPr>
          <p:spPr>
            <a:xfrm>
              <a:off x="5127225" y="4289500"/>
              <a:ext cx="7775" cy="8000"/>
            </a:xfrm>
            <a:custGeom>
              <a:avLst/>
              <a:gdLst/>
              <a:ahLst/>
              <a:cxnLst/>
              <a:rect l="l" t="t" r="r" b="b"/>
              <a:pathLst>
                <a:path w="311" h="320" extrusionOk="0">
                  <a:moveTo>
                    <a:pt x="157" y="1"/>
                  </a:moveTo>
                  <a:cubicBezTo>
                    <a:pt x="145" y="1"/>
                    <a:pt x="132" y="2"/>
                    <a:pt x="120" y="5"/>
                  </a:cubicBezTo>
                  <a:cubicBezTo>
                    <a:pt x="48" y="5"/>
                    <a:pt x="1" y="77"/>
                    <a:pt x="1" y="172"/>
                  </a:cubicBezTo>
                  <a:cubicBezTo>
                    <a:pt x="1" y="244"/>
                    <a:pt x="48" y="315"/>
                    <a:pt x="120" y="315"/>
                  </a:cubicBezTo>
                  <a:cubicBezTo>
                    <a:pt x="132" y="318"/>
                    <a:pt x="145" y="320"/>
                    <a:pt x="157" y="320"/>
                  </a:cubicBezTo>
                  <a:cubicBezTo>
                    <a:pt x="238" y="320"/>
                    <a:pt x="310" y="255"/>
                    <a:pt x="310" y="172"/>
                  </a:cubicBezTo>
                  <a:lnTo>
                    <a:pt x="310" y="148"/>
                  </a:lnTo>
                  <a:cubicBezTo>
                    <a:pt x="310" y="66"/>
                    <a:pt x="238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15;p39">
              <a:extLst>
                <a:ext uri="{FF2B5EF4-FFF2-40B4-BE49-F238E27FC236}">
                  <a16:creationId xmlns:a16="http://schemas.microsoft.com/office/drawing/2014/main" id="{D35BB2A2-880E-0D1F-D638-16F5B5E554D7}"/>
                </a:ext>
              </a:extLst>
            </p:cNvPr>
            <p:cNvSpPr/>
            <p:nvPr/>
          </p:nvSpPr>
          <p:spPr>
            <a:xfrm>
              <a:off x="5146875" y="4312125"/>
              <a:ext cx="7775" cy="8475"/>
            </a:xfrm>
            <a:custGeom>
              <a:avLst/>
              <a:gdLst/>
              <a:ahLst/>
              <a:cxnLst/>
              <a:rect l="l" t="t" r="r" b="b"/>
              <a:pathLst>
                <a:path w="311" h="339" extrusionOk="0">
                  <a:moveTo>
                    <a:pt x="180" y="1"/>
                  </a:moveTo>
                  <a:cubicBezTo>
                    <a:pt x="168" y="1"/>
                    <a:pt x="156" y="2"/>
                    <a:pt x="143" y="5"/>
                  </a:cubicBezTo>
                  <a:cubicBezTo>
                    <a:pt x="72" y="5"/>
                    <a:pt x="0" y="77"/>
                    <a:pt x="24" y="172"/>
                  </a:cubicBezTo>
                  <a:cubicBezTo>
                    <a:pt x="0" y="244"/>
                    <a:pt x="72" y="315"/>
                    <a:pt x="143" y="339"/>
                  </a:cubicBezTo>
                  <a:cubicBezTo>
                    <a:pt x="239" y="339"/>
                    <a:pt x="310" y="267"/>
                    <a:pt x="310" y="172"/>
                  </a:cubicBezTo>
                  <a:lnTo>
                    <a:pt x="310" y="148"/>
                  </a:lnTo>
                  <a:cubicBezTo>
                    <a:pt x="310" y="66"/>
                    <a:pt x="256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16;p39">
              <a:extLst>
                <a:ext uri="{FF2B5EF4-FFF2-40B4-BE49-F238E27FC236}">
                  <a16:creationId xmlns:a16="http://schemas.microsoft.com/office/drawing/2014/main" id="{06B96266-F2B5-B93C-B469-D3539FEC0041}"/>
                </a:ext>
              </a:extLst>
            </p:cNvPr>
            <p:cNvSpPr/>
            <p:nvPr/>
          </p:nvSpPr>
          <p:spPr>
            <a:xfrm>
              <a:off x="5111750" y="4086600"/>
              <a:ext cx="247700" cy="263775"/>
            </a:xfrm>
            <a:custGeom>
              <a:avLst/>
              <a:gdLst/>
              <a:ahLst/>
              <a:cxnLst/>
              <a:rect l="l" t="t" r="r" b="b"/>
              <a:pathLst>
                <a:path w="9908" h="10551" extrusionOk="0">
                  <a:moveTo>
                    <a:pt x="6764" y="310"/>
                  </a:moveTo>
                  <a:cubicBezTo>
                    <a:pt x="6788" y="310"/>
                    <a:pt x="6788" y="334"/>
                    <a:pt x="6788" y="358"/>
                  </a:cubicBezTo>
                  <a:lnTo>
                    <a:pt x="6788" y="810"/>
                  </a:lnTo>
                  <a:lnTo>
                    <a:pt x="6121" y="810"/>
                  </a:lnTo>
                  <a:lnTo>
                    <a:pt x="6121" y="358"/>
                  </a:lnTo>
                  <a:cubicBezTo>
                    <a:pt x="6121" y="334"/>
                    <a:pt x="6121" y="310"/>
                    <a:pt x="6168" y="310"/>
                  </a:cubicBezTo>
                  <a:close/>
                  <a:moveTo>
                    <a:pt x="7740" y="1096"/>
                  </a:moveTo>
                  <a:cubicBezTo>
                    <a:pt x="7788" y="1096"/>
                    <a:pt x="7788" y="1120"/>
                    <a:pt x="7788" y="1144"/>
                  </a:cubicBezTo>
                  <a:lnTo>
                    <a:pt x="7788" y="1549"/>
                  </a:lnTo>
                  <a:cubicBezTo>
                    <a:pt x="7788" y="1573"/>
                    <a:pt x="7788" y="1596"/>
                    <a:pt x="7740" y="1596"/>
                  </a:cubicBezTo>
                  <a:lnTo>
                    <a:pt x="5168" y="1596"/>
                  </a:lnTo>
                  <a:cubicBezTo>
                    <a:pt x="5144" y="1596"/>
                    <a:pt x="5120" y="1573"/>
                    <a:pt x="5120" y="1549"/>
                  </a:cubicBezTo>
                  <a:lnTo>
                    <a:pt x="5120" y="1144"/>
                  </a:lnTo>
                  <a:cubicBezTo>
                    <a:pt x="5120" y="1120"/>
                    <a:pt x="5144" y="1096"/>
                    <a:pt x="5168" y="1096"/>
                  </a:cubicBezTo>
                  <a:close/>
                  <a:moveTo>
                    <a:pt x="6788" y="1906"/>
                  </a:moveTo>
                  <a:lnTo>
                    <a:pt x="6788" y="2168"/>
                  </a:lnTo>
                  <a:cubicBezTo>
                    <a:pt x="6788" y="2192"/>
                    <a:pt x="6764" y="2192"/>
                    <a:pt x="6740" y="2192"/>
                  </a:cubicBezTo>
                  <a:lnTo>
                    <a:pt x="6145" y="2192"/>
                  </a:lnTo>
                  <a:cubicBezTo>
                    <a:pt x="6121" y="2192"/>
                    <a:pt x="6097" y="2192"/>
                    <a:pt x="6097" y="2168"/>
                  </a:cubicBezTo>
                  <a:lnTo>
                    <a:pt x="6097" y="1906"/>
                  </a:lnTo>
                  <a:close/>
                  <a:moveTo>
                    <a:pt x="2763" y="4907"/>
                  </a:moveTo>
                  <a:cubicBezTo>
                    <a:pt x="2787" y="4907"/>
                    <a:pt x="2810" y="4930"/>
                    <a:pt x="2810" y="4954"/>
                  </a:cubicBezTo>
                  <a:lnTo>
                    <a:pt x="2810" y="5359"/>
                  </a:lnTo>
                  <a:cubicBezTo>
                    <a:pt x="2810" y="5383"/>
                    <a:pt x="2787" y="5407"/>
                    <a:pt x="2763" y="5407"/>
                  </a:cubicBezTo>
                  <a:lnTo>
                    <a:pt x="1167" y="5407"/>
                  </a:lnTo>
                  <a:cubicBezTo>
                    <a:pt x="1143" y="5407"/>
                    <a:pt x="1120" y="5383"/>
                    <a:pt x="1120" y="5359"/>
                  </a:cubicBezTo>
                  <a:lnTo>
                    <a:pt x="1120" y="4954"/>
                  </a:lnTo>
                  <a:cubicBezTo>
                    <a:pt x="1143" y="4930"/>
                    <a:pt x="1143" y="4930"/>
                    <a:pt x="1191" y="4930"/>
                  </a:cubicBezTo>
                  <a:lnTo>
                    <a:pt x="1167" y="4907"/>
                  </a:lnTo>
                  <a:close/>
                  <a:moveTo>
                    <a:pt x="7386" y="5561"/>
                  </a:moveTo>
                  <a:cubicBezTo>
                    <a:pt x="7484" y="5561"/>
                    <a:pt x="7585" y="5597"/>
                    <a:pt x="7669" y="5669"/>
                  </a:cubicBezTo>
                  <a:cubicBezTo>
                    <a:pt x="7728" y="5716"/>
                    <a:pt x="7800" y="5740"/>
                    <a:pt x="7868" y="5740"/>
                  </a:cubicBezTo>
                  <a:cubicBezTo>
                    <a:pt x="7937" y="5740"/>
                    <a:pt x="8002" y="5716"/>
                    <a:pt x="8050" y="5669"/>
                  </a:cubicBezTo>
                  <a:cubicBezTo>
                    <a:pt x="8121" y="5597"/>
                    <a:pt x="8193" y="5573"/>
                    <a:pt x="8288" y="5573"/>
                  </a:cubicBezTo>
                  <a:lnTo>
                    <a:pt x="9407" y="8241"/>
                  </a:lnTo>
                  <a:cubicBezTo>
                    <a:pt x="9645" y="8812"/>
                    <a:pt x="9621" y="9479"/>
                    <a:pt x="9359" y="10027"/>
                  </a:cubicBezTo>
                  <a:cubicBezTo>
                    <a:pt x="9288" y="10169"/>
                    <a:pt x="9002" y="10241"/>
                    <a:pt x="9002" y="10241"/>
                  </a:cubicBezTo>
                  <a:lnTo>
                    <a:pt x="3906" y="10241"/>
                  </a:lnTo>
                  <a:cubicBezTo>
                    <a:pt x="3739" y="10241"/>
                    <a:pt x="3596" y="10146"/>
                    <a:pt x="3525" y="10027"/>
                  </a:cubicBezTo>
                  <a:cubicBezTo>
                    <a:pt x="3382" y="9717"/>
                    <a:pt x="3311" y="9384"/>
                    <a:pt x="3311" y="9050"/>
                  </a:cubicBezTo>
                  <a:cubicBezTo>
                    <a:pt x="3311" y="8955"/>
                    <a:pt x="3311" y="8836"/>
                    <a:pt x="3334" y="8741"/>
                  </a:cubicBezTo>
                  <a:cubicBezTo>
                    <a:pt x="3334" y="8669"/>
                    <a:pt x="3287" y="8598"/>
                    <a:pt x="3215" y="8574"/>
                  </a:cubicBezTo>
                  <a:lnTo>
                    <a:pt x="3168" y="8574"/>
                  </a:lnTo>
                  <a:cubicBezTo>
                    <a:pt x="3096" y="8574"/>
                    <a:pt x="3025" y="8622"/>
                    <a:pt x="3025" y="8693"/>
                  </a:cubicBezTo>
                  <a:cubicBezTo>
                    <a:pt x="3001" y="8812"/>
                    <a:pt x="3001" y="8931"/>
                    <a:pt x="3001" y="9074"/>
                  </a:cubicBezTo>
                  <a:cubicBezTo>
                    <a:pt x="3001" y="9455"/>
                    <a:pt x="3072" y="9812"/>
                    <a:pt x="3263" y="10169"/>
                  </a:cubicBezTo>
                  <a:cubicBezTo>
                    <a:pt x="3263" y="10193"/>
                    <a:pt x="3287" y="10217"/>
                    <a:pt x="3311" y="10265"/>
                  </a:cubicBezTo>
                  <a:lnTo>
                    <a:pt x="548" y="10265"/>
                  </a:lnTo>
                  <a:cubicBezTo>
                    <a:pt x="429" y="10241"/>
                    <a:pt x="310" y="10146"/>
                    <a:pt x="310" y="10003"/>
                  </a:cubicBezTo>
                  <a:lnTo>
                    <a:pt x="310" y="7764"/>
                  </a:lnTo>
                  <a:lnTo>
                    <a:pt x="3001" y="7764"/>
                  </a:lnTo>
                  <a:cubicBezTo>
                    <a:pt x="3010" y="7767"/>
                    <a:pt x="3019" y="7768"/>
                    <a:pt x="3027" y="7768"/>
                  </a:cubicBezTo>
                  <a:cubicBezTo>
                    <a:pt x="3159" y="7768"/>
                    <a:pt x="3159" y="7451"/>
                    <a:pt x="3027" y="7451"/>
                  </a:cubicBezTo>
                  <a:cubicBezTo>
                    <a:pt x="3019" y="7451"/>
                    <a:pt x="3010" y="7452"/>
                    <a:pt x="3001" y="7455"/>
                  </a:cubicBezTo>
                  <a:lnTo>
                    <a:pt x="310" y="7455"/>
                  </a:lnTo>
                  <a:lnTo>
                    <a:pt x="310" y="7407"/>
                  </a:lnTo>
                  <a:cubicBezTo>
                    <a:pt x="310" y="7336"/>
                    <a:pt x="358" y="7264"/>
                    <a:pt x="405" y="7217"/>
                  </a:cubicBezTo>
                  <a:lnTo>
                    <a:pt x="1263" y="6526"/>
                  </a:lnTo>
                  <a:cubicBezTo>
                    <a:pt x="1310" y="6502"/>
                    <a:pt x="1334" y="6454"/>
                    <a:pt x="1334" y="6407"/>
                  </a:cubicBezTo>
                  <a:lnTo>
                    <a:pt x="1334" y="5764"/>
                  </a:lnTo>
                  <a:lnTo>
                    <a:pt x="2596" y="5764"/>
                  </a:lnTo>
                  <a:lnTo>
                    <a:pt x="2596" y="6407"/>
                  </a:lnTo>
                  <a:cubicBezTo>
                    <a:pt x="2596" y="6454"/>
                    <a:pt x="2620" y="6478"/>
                    <a:pt x="2644" y="6526"/>
                  </a:cubicBezTo>
                  <a:lnTo>
                    <a:pt x="3501" y="7217"/>
                  </a:lnTo>
                  <a:cubicBezTo>
                    <a:pt x="3525" y="7240"/>
                    <a:pt x="3525" y="7240"/>
                    <a:pt x="3549" y="7264"/>
                  </a:cubicBezTo>
                  <a:lnTo>
                    <a:pt x="3192" y="8121"/>
                  </a:lnTo>
                  <a:cubicBezTo>
                    <a:pt x="3144" y="8193"/>
                    <a:pt x="3192" y="8288"/>
                    <a:pt x="3263" y="8336"/>
                  </a:cubicBezTo>
                  <a:cubicBezTo>
                    <a:pt x="3280" y="8340"/>
                    <a:pt x="3296" y="8342"/>
                    <a:pt x="3311" y="8342"/>
                  </a:cubicBezTo>
                  <a:cubicBezTo>
                    <a:pt x="3383" y="8342"/>
                    <a:pt x="3438" y="8299"/>
                    <a:pt x="3477" y="8241"/>
                  </a:cubicBezTo>
                  <a:lnTo>
                    <a:pt x="4597" y="5573"/>
                  </a:lnTo>
                  <a:cubicBezTo>
                    <a:pt x="4692" y="5573"/>
                    <a:pt x="4763" y="5597"/>
                    <a:pt x="4835" y="5669"/>
                  </a:cubicBezTo>
                  <a:cubicBezTo>
                    <a:pt x="4882" y="5716"/>
                    <a:pt x="4948" y="5740"/>
                    <a:pt x="5016" y="5740"/>
                  </a:cubicBezTo>
                  <a:cubicBezTo>
                    <a:pt x="5085" y="5740"/>
                    <a:pt x="5156" y="5716"/>
                    <a:pt x="5216" y="5669"/>
                  </a:cubicBezTo>
                  <a:cubicBezTo>
                    <a:pt x="5299" y="5597"/>
                    <a:pt x="5400" y="5561"/>
                    <a:pt x="5499" y="5561"/>
                  </a:cubicBezTo>
                  <a:cubicBezTo>
                    <a:pt x="5597" y="5561"/>
                    <a:pt x="5692" y="5597"/>
                    <a:pt x="5763" y="5669"/>
                  </a:cubicBezTo>
                  <a:cubicBezTo>
                    <a:pt x="5823" y="5716"/>
                    <a:pt x="5894" y="5740"/>
                    <a:pt x="5966" y="5740"/>
                  </a:cubicBezTo>
                  <a:cubicBezTo>
                    <a:pt x="6037" y="5740"/>
                    <a:pt x="6109" y="5716"/>
                    <a:pt x="6168" y="5669"/>
                  </a:cubicBezTo>
                  <a:cubicBezTo>
                    <a:pt x="6252" y="5597"/>
                    <a:pt x="6347" y="5561"/>
                    <a:pt x="6442" y="5561"/>
                  </a:cubicBezTo>
                  <a:cubicBezTo>
                    <a:pt x="6537" y="5561"/>
                    <a:pt x="6633" y="5597"/>
                    <a:pt x="6716" y="5669"/>
                  </a:cubicBezTo>
                  <a:cubicBezTo>
                    <a:pt x="6776" y="5716"/>
                    <a:pt x="6847" y="5740"/>
                    <a:pt x="6918" y="5740"/>
                  </a:cubicBezTo>
                  <a:cubicBezTo>
                    <a:pt x="6990" y="5740"/>
                    <a:pt x="7061" y="5716"/>
                    <a:pt x="7121" y="5669"/>
                  </a:cubicBezTo>
                  <a:cubicBezTo>
                    <a:pt x="7192" y="5597"/>
                    <a:pt x="7288" y="5561"/>
                    <a:pt x="7386" y="5561"/>
                  </a:cubicBezTo>
                  <a:close/>
                  <a:moveTo>
                    <a:pt x="6145" y="1"/>
                  </a:moveTo>
                  <a:cubicBezTo>
                    <a:pt x="5954" y="1"/>
                    <a:pt x="5787" y="167"/>
                    <a:pt x="5787" y="358"/>
                  </a:cubicBezTo>
                  <a:lnTo>
                    <a:pt x="5787" y="810"/>
                  </a:lnTo>
                  <a:lnTo>
                    <a:pt x="5168" y="810"/>
                  </a:lnTo>
                  <a:cubicBezTo>
                    <a:pt x="4954" y="810"/>
                    <a:pt x="4811" y="977"/>
                    <a:pt x="4811" y="1168"/>
                  </a:cubicBezTo>
                  <a:lnTo>
                    <a:pt x="4811" y="1573"/>
                  </a:lnTo>
                  <a:cubicBezTo>
                    <a:pt x="4811" y="1763"/>
                    <a:pt x="4954" y="1930"/>
                    <a:pt x="5168" y="1930"/>
                  </a:cubicBezTo>
                  <a:lnTo>
                    <a:pt x="5192" y="1930"/>
                  </a:lnTo>
                  <a:lnTo>
                    <a:pt x="5192" y="3335"/>
                  </a:lnTo>
                  <a:lnTo>
                    <a:pt x="4358" y="5311"/>
                  </a:lnTo>
                  <a:lnTo>
                    <a:pt x="3692" y="6931"/>
                  </a:lnTo>
                  <a:lnTo>
                    <a:pt x="2906" y="6288"/>
                  </a:lnTo>
                  <a:lnTo>
                    <a:pt x="2906" y="5692"/>
                  </a:lnTo>
                  <a:cubicBezTo>
                    <a:pt x="3049" y="5645"/>
                    <a:pt x="3120" y="5502"/>
                    <a:pt x="3120" y="5383"/>
                  </a:cubicBezTo>
                  <a:lnTo>
                    <a:pt x="3120" y="4978"/>
                  </a:lnTo>
                  <a:cubicBezTo>
                    <a:pt x="3120" y="4787"/>
                    <a:pt x="2953" y="4621"/>
                    <a:pt x="2763" y="4621"/>
                  </a:cubicBezTo>
                  <a:lnTo>
                    <a:pt x="1167" y="4621"/>
                  </a:lnTo>
                  <a:cubicBezTo>
                    <a:pt x="977" y="4621"/>
                    <a:pt x="810" y="4787"/>
                    <a:pt x="810" y="4978"/>
                  </a:cubicBezTo>
                  <a:lnTo>
                    <a:pt x="810" y="5383"/>
                  </a:lnTo>
                  <a:cubicBezTo>
                    <a:pt x="810" y="5502"/>
                    <a:pt x="882" y="5645"/>
                    <a:pt x="1024" y="5692"/>
                  </a:cubicBezTo>
                  <a:lnTo>
                    <a:pt x="1024" y="6288"/>
                  </a:lnTo>
                  <a:lnTo>
                    <a:pt x="215" y="6955"/>
                  </a:lnTo>
                  <a:cubicBezTo>
                    <a:pt x="72" y="7050"/>
                    <a:pt x="0" y="7217"/>
                    <a:pt x="0" y="7383"/>
                  </a:cubicBezTo>
                  <a:lnTo>
                    <a:pt x="0" y="10003"/>
                  </a:lnTo>
                  <a:cubicBezTo>
                    <a:pt x="0" y="10289"/>
                    <a:pt x="262" y="10551"/>
                    <a:pt x="572" y="10551"/>
                  </a:cubicBezTo>
                  <a:lnTo>
                    <a:pt x="3358" y="10551"/>
                  </a:lnTo>
                  <a:cubicBezTo>
                    <a:pt x="3453" y="10551"/>
                    <a:pt x="3525" y="10527"/>
                    <a:pt x="3620" y="10479"/>
                  </a:cubicBezTo>
                  <a:cubicBezTo>
                    <a:pt x="3715" y="10527"/>
                    <a:pt x="3811" y="10551"/>
                    <a:pt x="3906" y="10551"/>
                  </a:cubicBezTo>
                  <a:lnTo>
                    <a:pt x="9002" y="10551"/>
                  </a:lnTo>
                  <a:cubicBezTo>
                    <a:pt x="9264" y="10551"/>
                    <a:pt x="9526" y="10384"/>
                    <a:pt x="9645" y="10146"/>
                  </a:cubicBezTo>
                  <a:cubicBezTo>
                    <a:pt x="9812" y="9812"/>
                    <a:pt x="9907" y="9431"/>
                    <a:pt x="9907" y="9050"/>
                  </a:cubicBezTo>
                  <a:cubicBezTo>
                    <a:pt x="9907" y="8717"/>
                    <a:pt x="9836" y="8407"/>
                    <a:pt x="9717" y="8098"/>
                  </a:cubicBezTo>
                  <a:lnTo>
                    <a:pt x="8550" y="5311"/>
                  </a:lnTo>
                  <a:lnTo>
                    <a:pt x="8073" y="4240"/>
                  </a:lnTo>
                  <a:cubicBezTo>
                    <a:pt x="8055" y="4167"/>
                    <a:pt x="7995" y="4136"/>
                    <a:pt x="7936" y="4136"/>
                  </a:cubicBezTo>
                  <a:cubicBezTo>
                    <a:pt x="7918" y="4136"/>
                    <a:pt x="7900" y="4139"/>
                    <a:pt x="7883" y="4144"/>
                  </a:cubicBezTo>
                  <a:cubicBezTo>
                    <a:pt x="7788" y="4192"/>
                    <a:pt x="7764" y="4264"/>
                    <a:pt x="7788" y="4359"/>
                  </a:cubicBezTo>
                  <a:lnTo>
                    <a:pt x="8169" y="5240"/>
                  </a:lnTo>
                  <a:cubicBezTo>
                    <a:pt x="8050" y="5264"/>
                    <a:pt x="7954" y="5311"/>
                    <a:pt x="7859" y="5383"/>
                  </a:cubicBezTo>
                  <a:cubicBezTo>
                    <a:pt x="7728" y="5276"/>
                    <a:pt x="7561" y="5222"/>
                    <a:pt x="7395" y="5222"/>
                  </a:cubicBezTo>
                  <a:cubicBezTo>
                    <a:pt x="7228" y="5222"/>
                    <a:pt x="7061" y="5276"/>
                    <a:pt x="6930" y="5383"/>
                  </a:cubicBezTo>
                  <a:cubicBezTo>
                    <a:pt x="6788" y="5276"/>
                    <a:pt x="6615" y="5222"/>
                    <a:pt x="6445" y="5222"/>
                  </a:cubicBezTo>
                  <a:cubicBezTo>
                    <a:pt x="6275" y="5222"/>
                    <a:pt x="6109" y="5276"/>
                    <a:pt x="5978" y="5383"/>
                  </a:cubicBezTo>
                  <a:cubicBezTo>
                    <a:pt x="5835" y="5288"/>
                    <a:pt x="5668" y="5216"/>
                    <a:pt x="5502" y="5216"/>
                  </a:cubicBezTo>
                  <a:cubicBezTo>
                    <a:pt x="5335" y="5216"/>
                    <a:pt x="5168" y="5288"/>
                    <a:pt x="5025" y="5383"/>
                  </a:cubicBezTo>
                  <a:cubicBezTo>
                    <a:pt x="4954" y="5311"/>
                    <a:pt x="4835" y="5264"/>
                    <a:pt x="4739" y="5240"/>
                  </a:cubicBezTo>
                  <a:lnTo>
                    <a:pt x="5502" y="3430"/>
                  </a:lnTo>
                  <a:cubicBezTo>
                    <a:pt x="5502" y="3406"/>
                    <a:pt x="5502" y="3382"/>
                    <a:pt x="5502" y="3382"/>
                  </a:cubicBezTo>
                  <a:lnTo>
                    <a:pt x="5502" y="1930"/>
                  </a:lnTo>
                  <a:lnTo>
                    <a:pt x="5787" y="1930"/>
                  </a:lnTo>
                  <a:lnTo>
                    <a:pt x="5787" y="2168"/>
                  </a:lnTo>
                  <a:cubicBezTo>
                    <a:pt x="5787" y="2358"/>
                    <a:pt x="5954" y="2525"/>
                    <a:pt x="6145" y="2525"/>
                  </a:cubicBezTo>
                  <a:lnTo>
                    <a:pt x="6740" y="2525"/>
                  </a:lnTo>
                  <a:cubicBezTo>
                    <a:pt x="6930" y="2525"/>
                    <a:pt x="7097" y="2358"/>
                    <a:pt x="7097" y="2168"/>
                  </a:cubicBezTo>
                  <a:lnTo>
                    <a:pt x="7097" y="1930"/>
                  </a:lnTo>
                  <a:lnTo>
                    <a:pt x="7383" y="1930"/>
                  </a:lnTo>
                  <a:lnTo>
                    <a:pt x="7383" y="3382"/>
                  </a:lnTo>
                  <a:cubicBezTo>
                    <a:pt x="7383" y="3382"/>
                    <a:pt x="7383" y="3406"/>
                    <a:pt x="7383" y="3430"/>
                  </a:cubicBezTo>
                  <a:lnTo>
                    <a:pt x="7573" y="3859"/>
                  </a:lnTo>
                  <a:cubicBezTo>
                    <a:pt x="7608" y="3910"/>
                    <a:pt x="7667" y="3949"/>
                    <a:pt x="7733" y="3949"/>
                  </a:cubicBezTo>
                  <a:cubicBezTo>
                    <a:pt x="7758" y="3949"/>
                    <a:pt x="7785" y="3943"/>
                    <a:pt x="7812" y="3930"/>
                  </a:cubicBezTo>
                  <a:cubicBezTo>
                    <a:pt x="7883" y="3906"/>
                    <a:pt x="7907" y="3811"/>
                    <a:pt x="7883" y="3716"/>
                  </a:cubicBezTo>
                  <a:lnTo>
                    <a:pt x="7692" y="3335"/>
                  </a:lnTo>
                  <a:lnTo>
                    <a:pt x="7692" y="1930"/>
                  </a:lnTo>
                  <a:lnTo>
                    <a:pt x="7740" y="1930"/>
                  </a:lnTo>
                  <a:cubicBezTo>
                    <a:pt x="7931" y="1930"/>
                    <a:pt x="8097" y="1763"/>
                    <a:pt x="8097" y="1573"/>
                  </a:cubicBezTo>
                  <a:lnTo>
                    <a:pt x="8097" y="1168"/>
                  </a:lnTo>
                  <a:cubicBezTo>
                    <a:pt x="8097" y="977"/>
                    <a:pt x="7931" y="810"/>
                    <a:pt x="7740" y="810"/>
                  </a:cubicBezTo>
                  <a:lnTo>
                    <a:pt x="7097" y="810"/>
                  </a:lnTo>
                  <a:lnTo>
                    <a:pt x="7097" y="358"/>
                  </a:lnTo>
                  <a:cubicBezTo>
                    <a:pt x="7097" y="167"/>
                    <a:pt x="6930" y="1"/>
                    <a:pt x="67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7;p39">
              <a:extLst>
                <a:ext uri="{FF2B5EF4-FFF2-40B4-BE49-F238E27FC236}">
                  <a16:creationId xmlns:a16="http://schemas.microsoft.com/office/drawing/2014/main" id="{CA9879D2-2DBB-C4CE-3F10-3BA5DC4307E1}"/>
                </a:ext>
              </a:extLst>
            </p:cNvPr>
            <p:cNvSpPr/>
            <p:nvPr/>
          </p:nvSpPr>
          <p:spPr>
            <a:xfrm>
              <a:off x="5301675" y="4246650"/>
              <a:ext cx="7750" cy="8000"/>
            </a:xfrm>
            <a:custGeom>
              <a:avLst/>
              <a:gdLst/>
              <a:ahLst/>
              <a:cxnLst/>
              <a:rect l="l" t="t" r="r" b="b"/>
              <a:pathLst>
                <a:path w="310" h="320" extrusionOk="0">
                  <a:moveTo>
                    <a:pt x="131" y="0"/>
                  </a:moveTo>
                  <a:cubicBezTo>
                    <a:pt x="54" y="0"/>
                    <a:pt x="0" y="65"/>
                    <a:pt x="0" y="148"/>
                  </a:cubicBezTo>
                  <a:lnTo>
                    <a:pt x="0" y="172"/>
                  </a:lnTo>
                  <a:cubicBezTo>
                    <a:pt x="0" y="243"/>
                    <a:pt x="48" y="314"/>
                    <a:pt x="119" y="314"/>
                  </a:cubicBezTo>
                  <a:cubicBezTo>
                    <a:pt x="132" y="318"/>
                    <a:pt x="144" y="319"/>
                    <a:pt x="157" y="319"/>
                  </a:cubicBezTo>
                  <a:cubicBezTo>
                    <a:pt x="238" y="319"/>
                    <a:pt x="310" y="254"/>
                    <a:pt x="310" y="172"/>
                  </a:cubicBezTo>
                  <a:cubicBezTo>
                    <a:pt x="310" y="76"/>
                    <a:pt x="238" y="5"/>
                    <a:pt x="167" y="5"/>
                  </a:cubicBezTo>
                  <a:cubicBezTo>
                    <a:pt x="154" y="2"/>
                    <a:pt x="142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18;p39">
              <a:extLst>
                <a:ext uri="{FF2B5EF4-FFF2-40B4-BE49-F238E27FC236}">
                  <a16:creationId xmlns:a16="http://schemas.microsoft.com/office/drawing/2014/main" id="{A0F12D09-FDD2-0C3B-F31B-C4ACE5E8B32C}"/>
                </a:ext>
              </a:extLst>
            </p:cNvPr>
            <p:cNvSpPr/>
            <p:nvPr/>
          </p:nvSpPr>
          <p:spPr>
            <a:xfrm>
              <a:off x="5286775" y="4316900"/>
              <a:ext cx="7775" cy="8000"/>
            </a:xfrm>
            <a:custGeom>
              <a:avLst/>
              <a:gdLst/>
              <a:ahLst/>
              <a:cxnLst/>
              <a:rect l="l" t="t" r="r" b="b"/>
              <a:pathLst>
                <a:path w="311" h="320" extrusionOk="0">
                  <a:moveTo>
                    <a:pt x="173" y="0"/>
                  </a:moveTo>
                  <a:cubicBezTo>
                    <a:pt x="163" y="0"/>
                    <a:pt x="153" y="2"/>
                    <a:pt x="144" y="5"/>
                  </a:cubicBezTo>
                  <a:cubicBezTo>
                    <a:pt x="48" y="5"/>
                    <a:pt x="1" y="76"/>
                    <a:pt x="1" y="172"/>
                  </a:cubicBezTo>
                  <a:cubicBezTo>
                    <a:pt x="1" y="243"/>
                    <a:pt x="48" y="314"/>
                    <a:pt x="144" y="314"/>
                  </a:cubicBezTo>
                  <a:cubicBezTo>
                    <a:pt x="153" y="318"/>
                    <a:pt x="163" y="319"/>
                    <a:pt x="173" y="319"/>
                  </a:cubicBezTo>
                  <a:cubicBezTo>
                    <a:pt x="239" y="319"/>
                    <a:pt x="310" y="254"/>
                    <a:pt x="310" y="172"/>
                  </a:cubicBezTo>
                  <a:lnTo>
                    <a:pt x="310" y="148"/>
                  </a:lnTo>
                  <a:cubicBezTo>
                    <a:pt x="310" y="65"/>
                    <a:pt x="239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19;p39">
              <a:extLst>
                <a:ext uri="{FF2B5EF4-FFF2-40B4-BE49-F238E27FC236}">
                  <a16:creationId xmlns:a16="http://schemas.microsoft.com/office/drawing/2014/main" id="{AD96DED8-B183-B604-3B28-00F9379F143F}"/>
                </a:ext>
              </a:extLst>
            </p:cNvPr>
            <p:cNvSpPr/>
            <p:nvPr/>
          </p:nvSpPr>
          <p:spPr>
            <a:xfrm>
              <a:off x="5161750" y="4301525"/>
              <a:ext cx="8375" cy="8375"/>
            </a:xfrm>
            <a:custGeom>
              <a:avLst/>
              <a:gdLst/>
              <a:ahLst/>
              <a:cxnLst/>
              <a:rect l="l" t="t" r="r" b="b"/>
              <a:pathLst>
                <a:path w="335" h="335" extrusionOk="0">
                  <a:moveTo>
                    <a:pt x="144" y="1"/>
                  </a:moveTo>
                  <a:cubicBezTo>
                    <a:pt x="72" y="25"/>
                    <a:pt x="1" y="96"/>
                    <a:pt x="25" y="167"/>
                  </a:cubicBezTo>
                  <a:cubicBezTo>
                    <a:pt x="1" y="263"/>
                    <a:pt x="72" y="310"/>
                    <a:pt x="144" y="334"/>
                  </a:cubicBezTo>
                  <a:cubicBezTo>
                    <a:pt x="239" y="334"/>
                    <a:pt x="334" y="263"/>
                    <a:pt x="334" y="167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20;p39">
              <a:extLst>
                <a:ext uri="{FF2B5EF4-FFF2-40B4-BE49-F238E27FC236}">
                  <a16:creationId xmlns:a16="http://schemas.microsoft.com/office/drawing/2014/main" id="{A8819C69-ADC2-64E9-B51F-AF8546952113}"/>
                </a:ext>
              </a:extLst>
            </p:cNvPr>
            <p:cNvSpPr/>
            <p:nvPr/>
          </p:nvSpPr>
          <p:spPr>
            <a:xfrm>
              <a:off x="5286775" y="4251400"/>
              <a:ext cx="7775" cy="8475"/>
            </a:xfrm>
            <a:custGeom>
              <a:avLst/>
              <a:gdLst/>
              <a:ahLst/>
              <a:cxnLst/>
              <a:rect l="l" t="t" r="r" b="b"/>
              <a:pathLst>
                <a:path w="311" h="339" extrusionOk="0">
                  <a:moveTo>
                    <a:pt x="173" y="1"/>
                  </a:moveTo>
                  <a:cubicBezTo>
                    <a:pt x="163" y="1"/>
                    <a:pt x="153" y="2"/>
                    <a:pt x="144" y="5"/>
                  </a:cubicBezTo>
                  <a:cubicBezTo>
                    <a:pt x="48" y="5"/>
                    <a:pt x="1" y="77"/>
                    <a:pt x="1" y="172"/>
                  </a:cubicBezTo>
                  <a:cubicBezTo>
                    <a:pt x="1" y="243"/>
                    <a:pt x="48" y="315"/>
                    <a:pt x="144" y="339"/>
                  </a:cubicBezTo>
                  <a:cubicBezTo>
                    <a:pt x="215" y="339"/>
                    <a:pt x="310" y="267"/>
                    <a:pt x="310" y="172"/>
                  </a:cubicBezTo>
                  <a:lnTo>
                    <a:pt x="310" y="148"/>
                  </a:lnTo>
                  <a:cubicBezTo>
                    <a:pt x="310" y="65"/>
                    <a:pt x="239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21;p39">
              <a:extLst>
                <a:ext uri="{FF2B5EF4-FFF2-40B4-BE49-F238E27FC236}">
                  <a16:creationId xmlns:a16="http://schemas.microsoft.com/office/drawing/2014/main" id="{A904B8C9-0951-8508-044E-32AC3BA3DE8D}"/>
                </a:ext>
              </a:extLst>
            </p:cNvPr>
            <p:cNvSpPr/>
            <p:nvPr/>
          </p:nvSpPr>
          <p:spPr>
            <a:xfrm>
              <a:off x="5236775" y="4236625"/>
              <a:ext cx="7750" cy="8475"/>
            </a:xfrm>
            <a:custGeom>
              <a:avLst/>
              <a:gdLst/>
              <a:ahLst/>
              <a:cxnLst/>
              <a:rect l="l" t="t" r="r" b="b"/>
              <a:pathLst>
                <a:path w="310" h="339" extrusionOk="0">
                  <a:moveTo>
                    <a:pt x="143" y="1"/>
                  </a:moveTo>
                  <a:cubicBezTo>
                    <a:pt x="48" y="25"/>
                    <a:pt x="0" y="96"/>
                    <a:pt x="0" y="191"/>
                  </a:cubicBezTo>
                  <a:cubicBezTo>
                    <a:pt x="0" y="263"/>
                    <a:pt x="48" y="334"/>
                    <a:pt x="143" y="334"/>
                  </a:cubicBezTo>
                  <a:cubicBezTo>
                    <a:pt x="153" y="338"/>
                    <a:pt x="163" y="339"/>
                    <a:pt x="172" y="339"/>
                  </a:cubicBezTo>
                  <a:cubicBezTo>
                    <a:pt x="238" y="339"/>
                    <a:pt x="310" y="274"/>
                    <a:pt x="310" y="191"/>
                  </a:cubicBezTo>
                  <a:lnTo>
                    <a:pt x="310" y="168"/>
                  </a:lnTo>
                  <a:cubicBezTo>
                    <a:pt x="310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22;p39">
              <a:extLst>
                <a:ext uri="{FF2B5EF4-FFF2-40B4-BE49-F238E27FC236}">
                  <a16:creationId xmlns:a16="http://schemas.microsoft.com/office/drawing/2014/main" id="{AD934AEF-390A-F3B3-C49B-2DD79D4B8C54}"/>
                </a:ext>
              </a:extLst>
            </p:cNvPr>
            <p:cNvSpPr/>
            <p:nvPr/>
          </p:nvSpPr>
          <p:spPr>
            <a:xfrm>
              <a:off x="5226650" y="4289500"/>
              <a:ext cx="8350" cy="8000"/>
            </a:xfrm>
            <a:custGeom>
              <a:avLst/>
              <a:gdLst/>
              <a:ahLst/>
              <a:cxnLst/>
              <a:rect l="l" t="t" r="r" b="b"/>
              <a:pathLst>
                <a:path w="334" h="320" extrusionOk="0">
                  <a:moveTo>
                    <a:pt x="180" y="1"/>
                  </a:moveTo>
                  <a:cubicBezTo>
                    <a:pt x="168" y="1"/>
                    <a:pt x="156" y="2"/>
                    <a:pt x="143" y="5"/>
                  </a:cubicBezTo>
                  <a:cubicBezTo>
                    <a:pt x="72" y="5"/>
                    <a:pt x="1" y="77"/>
                    <a:pt x="24" y="172"/>
                  </a:cubicBezTo>
                  <a:cubicBezTo>
                    <a:pt x="1" y="244"/>
                    <a:pt x="72" y="315"/>
                    <a:pt x="143" y="315"/>
                  </a:cubicBezTo>
                  <a:cubicBezTo>
                    <a:pt x="156" y="318"/>
                    <a:pt x="168" y="320"/>
                    <a:pt x="180" y="320"/>
                  </a:cubicBezTo>
                  <a:cubicBezTo>
                    <a:pt x="257" y="320"/>
                    <a:pt x="313" y="255"/>
                    <a:pt x="334" y="172"/>
                  </a:cubicBezTo>
                  <a:lnTo>
                    <a:pt x="334" y="148"/>
                  </a:lnTo>
                  <a:cubicBezTo>
                    <a:pt x="313" y="66"/>
                    <a:pt x="25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EFE6498-9858-9C59-475B-A39B855C1C5A}"/>
              </a:ext>
            </a:extLst>
          </p:cNvPr>
          <p:cNvSpPr/>
          <p:nvPr/>
        </p:nvSpPr>
        <p:spPr>
          <a:xfrm>
            <a:off x="1311399" y="4534923"/>
            <a:ext cx="10528852" cy="1140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Comparar parámetros entre sales y entre la galleta control y otras formulaciones. 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19727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27" grpId="0"/>
      <p:bldP spid="32" grpId="0"/>
      <p:bldP spid="33" grpId="0"/>
      <p:bldP spid="34" grpId="0" animBg="1"/>
      <p:bldP spid="35" grpId="0"/>
      <p:bldP spid="9" grpId="0" animBg="1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D8479-1D24-994B-BF1F-F0395A87A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83CD1F7-58AF-FA57-B5E0-03DF80582304}"/>
              </a:ext>
            </a:extLst>
          </p:cNvPr>
          <p:cNvCxnSpPr>
            <a:cxnSpLocks/>
          </p:cNvCxnSpPr>
          <p:nvPr/>
        </p:nvCxnSpPr>
        <p:spPr>
          <a:xfrm>
            <a:off x="220980" y="719840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D1DD40B7-1D78-2187-FB11-EC983A93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6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134C02F-5864-A35A-B204-FD10BE1FF2E0}"/>
              </a:ext>
            </a:extLst>
          </p:cNvPr>
          <p:cNvSpPr txBox="1"/>
          <p:nvPr/>
        </p:nvSpPr>
        <p:spPr>
          <a:xfrm>
            <a:off x="2467264" y="96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DATOS: Para galleta control 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A7D965A-DCCD-082F-FC6F-0135264C6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F237112-F350-4226-9445-FEB6270FF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3FD7257-619B-8091-022B-22F8061AF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B31EFF-A2FF-FB7F-96EA-174335EAF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021"/>
            <a:ext cx="12192000" cy="384364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0D79A02-DF93-113D-BFF3-4876FAAD3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" y="4918576"/>
            <a:ext cx="12091987" cy="169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7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1A0B-8864-5405-BE04-DF6DD5108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892DF4A-22FE-1F4A-F2BD-5E358AE777F0}"/>
              </a:ext>
            </a:extLst>
          </p:cNvPr>
          <p:cNvCxnSpPr>
            <a:cxnSpLocks/>
          </p:cNvCxnSpPr>
          <p:nvPr/>
        </p:nvCxnSpPr>
        <p:spPr>
          <a:xfrm>
            <a:off x="220980" y="719840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1FD43397-FD40-732D-D923-FCC67FD6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7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FD2F78-E8CA-64B8-2751-F27E1800FCC1}"/>
              </a:ext>
            </a:extLst>
          </p:cNvPr>
          <p:cNvSpPr txBox="1"/>
          <p:nvPr/>
        </p:nvSpPr>
        <p:spPr>
          <a:xfrm>
            <a:off x="2467264" y="96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TRATAMIENTO DE DATOS: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1ED779-1052-F77A-6581-661016B7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CBA4ABD8-C9D0-DF18-2E94-3BA768451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1578C8B-C9A2-045D-4225-57554681F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605686F-B051-FFC2-6E59-C7320A854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471431"/>
              </p:ext>
            </p:extLst>
          </p:nvPr>
        </p:nvGraphicFramePr>
        <p:xfrm>
          <a:off x="5980980" y="927809"/>
          <a:ext cx="6011722" cy="27845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2133">
                  <a:extLst>
                    <a:ext uri="{9D8B030D-6E8A-4147-A177-3AD203B41FA5}">
                      <a16:colId xmlns:a16="http://schemas.microsoft.com/office/drawing/2014/main" val="1671902880"/>
                    </a:ext>
                  </a:extLst>
                </a:gridCol>
                <a:gridCol w="512539">
                  <a:extLst>
                    <a:ext uri="{9D8B030D-6E8A-4147-A177-3AD203B41FA5}">
                      <a16:colId xmlns:a16="http://schemas.microsoft.com/office/drawing/2014/main" val="67718377"/>
                    </a:ext>
                  </a:extLst>
                </a:gridCol>
                <a:gridCol w="732102">
                  <a:extLst>
                    <a:ext uri="{9D8B030D-6E8A-4147-A177-3AD203B41FA5}">
                      <a16:colId xmlns:a16="http://schemas.microsoft.com/office/drawing/2014/main" val="820568245"/>
                    </a:ext>
                  </a:extLst>
                </a:gridCol>
                <a:gridCol w="616259">
                  <a:extLst>
                    <a:ext uri="{9D8B030D-6E8A-4147-A177-3AD203B41FA5}">
                      <a16:colId xmlns:a16="http://schemas.microsoft.com/office/drawing/2014/main" val="1166591902"/>
                    </a:ext>
                  </a:extLst>
                </a:gridCol>
                <a:gridCol w="1881778">
                  <a:extLst>
                    <a:ext uri="{9D8B030D-6E8A-4147-A177-3AD203B41FA5}">
                      <a16:colId xmlns:a16="http://schemas.microsoft.com/office/drawing/2014/main" val="4275837551"/>
                    </a:ext>
                  </a:extLst>
                </a:gridCol>
                <a:gridCol w="1336911">
                  <a:extLst>
                    <a:ext uri="{9D8B030D-6E8A-4147-A177-3AD203B41FA5}">
                      <a16:colId xmlns:a16="http://schemas.microsoft.com/office/drawing/2014/main" val="1506103748"/>
                    </a:ext>
                  </a:extLst>
                </a:gridCol>
              </a:tblGrid>
              <a:tr h="327650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800" kern="100" dirty="0">
                          <a:effectLst/>
                        </a:rPr>
                        <a:t>Galletas control T= 20 °C</a:t>
                      </a:r>
                      <a:endParaRPr lang="es-MX" sz="1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251405"/>
                  </a:ext>
                </a:extLst>
              </a:tr>
              <a:tr h="3509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600" kern="100">
                          <a:effectLst/>
                        </a:rPr>
                        <a:t>Sal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600" kern="100">
                          <a:effectLst/>
                        </a:rPr>
                        <a:t>aw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600" kern="100">
                          <a:effectLst/>
                        </a:rPr>
                        <a:t>P</a:t>
                      </a:r>
                      <a:r>
                        <a:rPr lang="es-MX" sz="1100" kern="100">
                          <a:effectLst/>
                        </a:rPr>
                        <a:t>inicial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600" kern="100">
                          <a:effectLst/>
                        </a:rPr>
                        <a:t>P</a:t>
                      </a:r>
                      <a:r>
                        <a:rPr lang="es-MX" sz="1100" kern="100">
                          <a:effectLst/>
                        </a:rPr>
                        <a:t>final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xWi (g H2O/g galleta)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We (g H2O/g SS)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384204967"/>
                  </a:ext>
                </a:extLst>
              </a:tr>
              <a:tr h="263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LiCl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0.14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3.7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3.76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0.032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63067459"/>
                  </a:ext>
                </a:extLst>
              </a:tr>
              <a:tr h="263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Na</a:t>
                      </a:r>
                      <a:r>
                        <a:rPr lang="es-MX" sz="800" kern="100">
                          <a:effectLst/>
                        </a:rPr>
                        <a:t>2</a:t>
                      </a:r>
                      <a:r>
                        <a:rPr lang="es-MX" sz="1200" kern="100">
                          <a:effectLst/>
                        </a:rPr>
                        <a:t>SO</a:t>
                      </a:r>
                      <a:r>
                        <a:rPr lang="es-MX" sz="800" kern="100">
                          <a:effectLst/>
                        </a:rPr>
                        <a:t>4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0.243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3.38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0.040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97934279"/>
                  </a:ext>
                </a:extLst>
              </a:tr>
              <a:tr h="263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CH</a:t>
                      </a:r>
                      <a:r>
                        <a:rPr lang="es-MX" sz="800" kern="100">
                          <a:effectLst/>
                        </a:rPr>
                        <a:t>3</a:t>
                      </a:r>
                      <a:r>
                        <a:rPr lang="es-MX" sz="1200" kern="100">
                          <a:effectLst/>
                        </a:rPr>
                        <a:t>COOK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0.423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3.53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3.68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0.058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3549146"/>
                  </a:ext>
                </a:extLst>
              </a:tr>
              <a:tr h="263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Mg(NO</a:t>
                      </a:r>
                      <a:r>
                        <a:rPr lang="es-MX" sz="800" kern="100">
                          <a:effectLst/>
                        </a:rPr>
                        <a:t>3</a:t>
                      </a:r>
                      <a:r>
                        <a:rPr lang="es-MX" sz="1200" kern="100">
                          <a:effectLst/>
                        </a:rPr>
                        <a:t>)</a:t>
                      </a:r>
                      <a:r>
                        <a:rPr lang="es-MX" sz="800" kern="100">
                          <a:effectLst/>
                        </a:rPr>
                        <a:t>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0.479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3.18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0.076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99868912"/>
                  </a:ext>
                </a:extLst>
              </a:tr>
              <a:tr h="263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CuCl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0.652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3.11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3.41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0.113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836278976"/>
                  </a:ext>
                </a:extLst>
              </a:tr>
              <a:tr h="263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K</a:t>
                      </a:r>
                      <a:r>
                        <a:rPr lang="es-MX" sz="800" kern="100">
                          <a:effectLst/>
                        </a:rPr>
                        <a:t>2</a:t>
                      </a:r>
                      <a:r>
                        <a:rPr lang="es-MX" sz="1200" kern="100">
                          <a:effectLst/>
                        </a:rPr>
                        <a:t>CO</a:t>
                      </a:r>
                      <a:r>
                        <a:rPr lang="es-MX" sz="800" kern="100">
                          <a:effectLst/>
                        </a:rPr>
                        <a:t>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0.658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3.53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3.9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0.122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596686267"/>
                  </a:ext>
                </a:extLst>
              </a:tr>
              <a:tr h="263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NaCl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0.689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3.29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3.67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0.132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45157960"/>
                  </a:ext>
                </a:extLst>
              </a:tr>
              <a:tr h="263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KCl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0.731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3.97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4.48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 dirty="0">
                          <a:effectLst/>
                        </a:rPr>
                        <a:t>0.146</a:t>
                      </a:r>
                      <a:endParaRPr lang="es-MX" sz="1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88066552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3923CAD-F940-AB01-7A06-78A309EFE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383167"/>
              </p:ext>
            </p:extLst>
          </p:nvPr>
        </p:nvGraphicFramePr>
        <p:xfrm>
          <a:off x="220980" y="3912284"/>
          <a:ext cx="5965825" cy="27845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3765">
                  <a:extLst>
                    <a:ext uri="{9D8B030D-6E8A-4147-A177-3AD203B41FA5}">
                      <a16:colId xmlns:a16="http://schemas.microsoft.com/office/drawing/2014/main" val="2561598445"/>
                    </a:ext>
                  </a:extLst>
                </a:gridCol>
                <a:gridCol w="473553">
                  <a:extLst>
                    <a:ext uri="{9D8B030D-6E8A-4147-A177-3AD203B41FA5}">
                      <a16:colId xmlns:a16="http://schemas.microsoft.com/office/drawing/2014/main" val="3293207471"/>
                    </a:ext>
                  </a:extLst>
                </a:gridCol>
                <a:gridCol w="761424">
                  <a:extLst>
                    <a:ext uri="{9D8B030D-6E8A-4147-A177-3AD203B41FA5}">
                      <a16:colId xmlns:a16="http://schemas.microsoft.com/office/drawing/2014/main" val="4255532688"/>
                    </a:ext>
                  </a:extLst>
                </a:gridCol>
                <a:gridCol w="567728">
                  <a:extLst>
                    <a:ext uri="{9D8B030D-6E8A-4147-A177-3AD203B41FA5}">
                      <a16:colId xmlns:a16="http://schemas.microsoft.com/office/drawing/2014/main" val="1755515278"/>
                    </a:ext>
                  </a:extLst>
                </a:gridCol>
                <a:gridCol w="1893542">
                  <a:extLst>
                    <a:ext uri="{9D8B030D-6E8A-4147-A177-3AD203B41FA5}">
                      <a16:colId xmlns:a16="http://schemas.microsoft.com/office/drawing/2014/main" val="168800323"/>
                    </a:ext>
                  </a:extLst>
                </a:gridCol>
                <a:gridCol w="1325813">
                  <a:extLst>
                    <a:ext uri="{9D8B030D-6E8A-4147-A177-3AD203B41FA5}">
                      <a16:colId xmlns:a16="http://schemas.microsoft.com/office/drawing/2014/main" val="827221540"/>
                    </a:ext>
                  </a:extLst>
                </a:gridCol>
              </a:tblGrid>
              <a:tr h="336249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800" kern="100">
                          <a:effectLst/>
                        </a:rPr>
                        <a:t>Galletas 75% T= 20 °C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145007"/>
                  </a:ext>
                </a:extLst>
              </a:tr>
              <a:tr h="6830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600" kern="100">
                          <a:effectLst/>
                        </a:rPr>
                        <a:t>Sal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600" kern="100">
                          <a:effectLst/>
                        </a:rPr>
                        <a:t>aw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600" kern="100">
                          <a:effectLst/>
                        </a:rPr>
                        <a:t>P</a:t>
                      </a:r>
                      <a:r>
                        <a:rPr lang="es-MX" sz="1100" kern="100">
                          <a:effectLst/>
                        </a:rPr>
                        <a:t>inicial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600" kern="100">
                          <a:effectLst/>
                        </a:rPr>
                        <a:t>P</a:t>
                      </a:r>
                      <a:r>
                        <a:rPr lang="es-MX" sz="1100" kern="100">
                          <a:effectLst/>
                        </a:rPr>
                        <a:t>final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xWi (g H2O/g galleta)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We (g H2O/g SS)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273796678"/>
                  </a:ext>
                </a:extLst>
              </a:tr>
              <a:tr h="220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LiCl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0.113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4.53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4.57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0.006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0.014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01759520"/>
                  </a:ext>
                </a:extLst>
              </a:tr>
              <a:tr h="220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Na</a:t>
                      </a:r>
                      <a:r>
                        <a:rPr lang="es-MX" sz="800" kern="100">
                          <a:effectLst/>
                        </a:rPr>
                        <a:t>2</a:t>
                      </a:r>
                      <a:r>
                        <a:rPr lang="es-MX" sz="1200" kern="100">
                          <a:effectLst/>
                        </a:rPr>
                        <a:t>SO</a:t>
                      </a:r>
                      <a:r>
                        <a:rPr lang="es-MX" sz="800" kern="100">
                          <a:effectLst/>
                        </a:rPr>
                        <a:t>4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0.265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3.73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3.92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0.006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0.057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20132731"/>
                  </a:ext>
                </a:extLst>
              </a:tr>
              <a:tr h="220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CH</a:t>
                      </a:r>
                      <a:r>
                        <a:rPr lang="es-MX" sz="800" kern="100">
                          <a:effectLst/>
                        </a:rPr>
                        <a:t>3</a:t>
                      </a:r>
                      <a:r>
                        <a:rPr lang="es-MX" sz="1200" kern="100">
                          <a:effectLst/>
                        </a:rPr>
                        <a:t>COOK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0.445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3.52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3.75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0.006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0.071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15731419"/>
                  </a:ext>
                </a:extLst>
              </a:tr>
              <a:tr h="220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Mg(NO</a:t>
                      </a:r>
                      <a:r>
                        <a:rPr lang="es-MX" sz="800" kern="100">
                          <a:effectLst/>
                        </a:rPr>
                        <a:t>3</a:t>
                      </a:r>
                      <a:r>
                        <a:rPr lang="es-MX" sz="1200" kern="100">
                          <a:effectLst/>
                        </a:rPr>
                        <a:t>)</a:t>
                      </a:r>
                      <a:r>
                        <a:rPr lang="es-MX" sz="800" kern="100">
                          <a:effectLst/>
                        </a:rPr>
                        <a:t>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0.485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3.95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4.25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0.006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0.082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437937730"/>
                  </a:ext>
                </a:extLst>
              </a:tr>
              <a:tr h="220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CuCl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0.685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3.73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4.18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0.006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0.127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97279991"/>
                  </a:ext>
                </a:extLst>
              </a:tr>
              <a:tr h="220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K</a:t>
                      </a:r>
                      <a:r>
                        <a:rPr lang="es-MX" sz="800" kern="100">
                          <a:effectLst/>
                        </a:rPr>
                        <a:t>2</a:t>
                      </a:r>
                      <a:r>
                        <a:rPr lang="es-MX" sz="1200" kern="100">
                          <a:effectLst/>
                        </a:rPr>
                        <a:t>CO</a:t>
                      </a:r>
                      <a:r>
                        <a:rPr lang="es-MX" sz="800" kern="100">
                          <a:effectLst/>
                        </a:rPr>
                        <a:t>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0.682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3.95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4.52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0.006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0.151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45598515"/>
                  </a:ext>
                </a:extLst>
              </a:tr>
              <a:tr h="220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NaCl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0.678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4.27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4.79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0.006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0.128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813886573"/>
                  </a:ext>
                </a:extLst>
              </a:tr>
              <a:tr h="2206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200" kern="100">
                          <a:effectLst/>
                        </a:rPr>
                        <a:t>KCl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0.766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4.33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5.18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>
                          <a:effectLst/>
                        </a:rPr>
                        <a:t>0.006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MX" sz="1100" kern="100" dirty="0">
                          <a:effectLst/>
                        </a:rPr>
                        <a:t>0.203</a:t>
                      </a:r>
                      <a:endParaRPr lang="es-MX" sz="1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104064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15B1DB1-4000-3517-419C-A166C64E7F7C}"/>
                  </a:ext>
                </a:extLst>
              </p:cNvPr>
              <p:cNvSpPr txBox="1"/>
              <p:nvPr/>
            </p:nvSpPr>
            <p:spPr>
              <a:xfrm>
                <a:off x="-2411185" y="1597583"/>
                <a:ext cx="10156370" cy="9253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s-MX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𝑤𝑖</m:t>
                              </m:r>
                            </m:sub>
                          </m:sSub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𝑤𝑖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s-MX" sz="24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15B1DB1-4000-3517-419C-A166C64E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11185" y="1597583"/>
                <a:ext cx="10156370" cy="925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612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6151-5529-83D8-4E6F-312CAF0A9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91A993F-97E7-F838-77B2-85ACE07D9305}"/>
              </a:ext>
            </a:extLst>
          </p:cNvPr>
          <p:cNvCxnSpPr>
            <a:cxnSpLocks/>
          </p:cNvCxnSpPr>
          <p:nvPr/>
        </p:nvCxnSpPr>
        <p:spPr>
          <a:xfrm>
            <a:off x="220980" y="719840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4A0B0E05-BADC-F381-F82F-70E6EF4A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8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11E5639-6DA4-92F5-B95D-F34B2D124B24}"/>
              </a:ext>
            </a:extLst>
          </p:cNvPr>
          <p:cNvSpPr txBox="1"/>
          <p:nvPr/>
        </p:nvSpPr>
        <p:spPr>
          <a:xfrm>
            <a:off x="2467264" y="96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ESTADÍSTICA BÁSICA DESCRIPTIBA: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AD2BC39-C792-A497-7D75-982FE0033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E1E4E56-F5D4-0003-1B41-E223851F9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B9E89AF-5C72-9644-CC3C-91BBB6383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F235C6B-D5BC-06B5-7A67-B3B288E02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717070"/>
              </p:ext>
            </p:extLst>
          </p:nvPr>
        </p:nvGraphicFramePr>
        <p:xfrm>
          <a:off x="1439078" y="868072"/>
          <a:ext cx="8748849" cy="59548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15623">
                  <a:extLst>
                    <a:ext uri="{9D8B030D-6E8A-4147-A177-3AD203B41FA5}">
                      <a16:colId xmlns:a16="http://schemas.microsoft.com/office/drawing/2014/main" val="95296980"/>
                    </a:ext>
                  </a:extLst>
                </a:gridCol>
                <a:gridCol w="2916613">
                  <a:extLst>
                    <a:ext uri="{9D8B030D-6E8A-4147-A177-3AD203B41FA5}">
                      <a16:colId xmlns:a16="http://schemas.microsoft.com/office/drawing/2014/main" val="209641180"/>
                    </a:ext>
                  </a:extLst>
                </a:gridCol>
                <a:gridCol w="2916613">
                  <a:extLst>
                    <a:ext uri="{9D8B030D-6E8A-4147-A177-3AD203B41FA5}">
                      <a16:colId xmlns:a16="http://schemas.microsoft.com/office/drawing/2014/main" val="207864986"/>
                    </a:ext>
                  </a:extLst>
                </a:gridCol>
              </a:tblGrid>
              <a:tr h="401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Variables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Galleta control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Galleta 75 %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8638075"/>
                  </a:ext>
                </a:extLst>
              </a:tr>
              <a:tr h="401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Promedio </a:t>
                      </a:r>
                      <a:r>
                        <a:rPr lang="es-MX" sz="2000" kern="100" dirty="0" err="1">
                          <a:effectLst/>
                        </a:rPr>
                        <a:t>aw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0.498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0.514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1049182"/>
                  </a:ext>
                </a:extLst>
              </a:tr>
              <a:tr h="401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Promedio We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0.089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0.104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1849867"/>
                  </a:ext>
                </a:extLst>
              </a:tr>
              <a:tr h="6640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Desviación estándar aw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0.226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0.232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4038758"/>
                  </a:ext>
                </a:extLst>
              </a:tr>
              <a:tr h="6640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Desviación estándar We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0.043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0.059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0476639"/>
                  </a:ext>
                </a:extLst>
              </a:tr>
              <a:tr h="401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Varianza aw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0.051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0.053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5306023"/>
                  </a:ext>
                </a:extLst>
              </a:tr>
              <a:tr h="401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Varianza We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0.0019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0.0035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8746781"/>
                  </a:ext>
                </a:extLst>
              </a:tr>
              <a:tr h="401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Rango aw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0.617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0.653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4699926"/>
                  </a:ext>
                </a:extLst>
              </a:tr>
              <a:tr h="401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Rango We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0.113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0.189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0035520"/>
                  </a:ext>
                </a:extLst>
              </a:tr>
              <a:tr h="8459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Coeficiente de variación aw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45.38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45.02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9839686"/>
                  </a:ext>
                </a:extLst>
              </a:tr>
              <a:tr h="8459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>
                          <a:effectLst/>
                        </a:rPr>
                        <a:t>Coeficiente de variación We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48.95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MX" sz="2000" kern="100" dirty="0">
                          <a:effectLst/>
                        </a:rPr>
                        <a:t>57.39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323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031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345A-05B3-BD39-B480-D2B0B7E6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0C4D787-27F5-3902-284C-7BF6876A2363}"/>
              </a:ext>
            </a:extLst>
          </p:cNvPr>
          <p:cNvCxnSpPr>
            <a:cxnSpLocks/>
          </p:cNvCxnSpPr>
          <p:nvPr/>
        </p:nvCxnSpPr>
        <p:spPr>
          <a:xfrm>
            <a:off x="220980" y="719840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615B0B59-B1F4-5129-5F3C-9CF94F4C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9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645CAD-91A1-4BAA-7C32-B2E4029352D1}"/>
              </a:ext>
            </a:extLst>
          </p:cNvPr>
          <p:cNvSpPr txBox="1"/>
          <p:nvPr/>
        </p:nvSpPr>
        <p:spPr>
          <a:xfrm>
            <a:off x="2467264" y="96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ISOTERMAS DE SORCIÓN: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BA7169-E5B1-1E9C-7161-C7A9FF328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CB700459-4BA0-9245-D5B7-C7AE5472E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5A0AC2C3-DB75-16B8-49F1-2B564AA4C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94912A-0AE8-476C-5008-81C90E5BA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96" y="1439680"/>
            <a:ext cx="5762481" cy="455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5D7FCA-4F2C-3325-E9CD-72799C7A2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418" y="1417290"/>
            <a:ext cx="5939602" cy="4622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5580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0FAE-30DD-82BF-E0FB-DD62BEAC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DD0ACB8-5EC6-9E75-C2BD-E54D2853C263}"/>
              </a:ext>
            </a:extLst>
          </p:cNvPr>
          <p:cNvCxnSpPr>
            <a:cxnSpLocks/>
          </p:cNvCxnSpPr>
          <p:nvPr/>
        </p:nvCxnSpPr>
        <p:spPr>
          <a:xfrm>
            <a:off x="220980" y="719840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720ED9CC-988C-F248-D123-6F32A52B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10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965B6E-105C-A160-5E85-6C15AC21E7F4}"/>
              </a:ext>
            </a:extLst>
          </p:cNvPr>
          <p:cNvSpPr txBox="1"/>
          <p:nvPr/>
        </p:nvSpPr>
        <p:spPr>
          <a:xfrm>
            <a:off x="1828799" y="9693"/>
            <a:ext cx="80554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AJUSTE DE LAS ISOTERMAS DE SORCIÓN: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0F2B2C-BDC7-895D-F54B-92190D1DF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EE287D2B-C10F-E5F3-A41F-94470D5B7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D53567F-AD14-D28F-7A7C-FC2FF4224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C4F42318-71CC-9B0F-05C5-173AB1466AC1}"/>
                  </a:ext>
                </a:extLst>
              </p:cNvPr>
              <p:cNvSpPr txBox="1"/>
              <p:nvPr/>
            </p:nvSpPr>
            <p:spPr>
              <a:xfrm>
                <a:off x="-1562100" y="1799255"/>
                <a:ext cx="8093528" cy="910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s-MX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sub>
                          </m:sSub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∗ 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 ∗ </m:t>
                          </m:r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d>
                                <m:dPr>
                                  <m:endChr m:val=""/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s-MX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"/>
                                          <m:ctrlP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sz="2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a:rPr lang="es-MX" sz="2400" i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s-MX" sz="24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C4F42318-71CC-9B0F-05C5-173AB1466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2100" y="1799255"/>
                <a:ext cx="8093528" cy="9108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B3634C85-525F-C425-EF40-CB1DC3288C1C}"/>
              </a:ext>
            </a:extLst>
          </p:cNvPr>
          <p:cNvSpPr/>
          <p:nvPr/>
        </p:nvSpPr>
        <p:spPr>
          <a:xfrm>
            <a:off x="549077" y="973200"/>
            <a:ext cx="244572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MODELO BET</a:t>
            </a:r>
            <a:endParaRPr lang="es-ES" sz="2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F414D8-E166-71CF-8DD0-2DA752185DC0}"/>
              </a:ext>
            </a:extLst>
          </p:cNvPr>
          <p:cNvSpPr/>
          <p:nvPr/>
        </p:nvSpPr>
        <p:spPr>
          <a:xfrm>
            <a:off x="220980" y="4622797"/>
            <a:ext cx="436854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MODELO BET LINEALIZADO</a:t>
            </a:r>
            <a:endParaRPr lang="es-E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E726F3D-D1AB-25FB-A3E0-3BD30D22B420}"/>
                  </a:ext>
                </a:extLst>
              </p:cNvPr>
              <p:cNvSpPr txBox="1"/>
              <p:nvPr/>
            </p:nvSpPr>
            <p:spPr>
              <a:xfrm>
                <a:off x="-775117" y="5350006"/>
                <a:ext cx="7818664" cy="1069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"/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endChr m:val=""/>
                                      <m:ctrlP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2400" i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s-MX" sz="24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endChr m:val=""/>
                                      <m:ctrlP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s-MX" sz="2400" i="0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</m:sSub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∙  </m:t>
                              </m:r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s-MX" sz="24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s-MX" sz="2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s-MX" sz="2400" i="0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</m:sSub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∙  </m:t>
                              </m:r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MX" sz="24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E726F3D-D1AB-25FB-A3E0-3BD30D22B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5117" y="5350006"/>
                <a:ext cx="7818664" cy="10695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>
            <a:extLst>
              <a:ext uri="{FF2B5EF4-FFF2-40B4-BE49-F238E27FC236}">
                <a16:creationId xmlns:a16="http://schemas.microsoft.com/office/drawing/2014/main" id="{8E8DE10C-B114-CB86-0310-4F87FBDC1290}"/>
              </a:ext>
            </a:extLst>
          </p:cNvPr>
          <p:cNvSpPr/>
          <p:nvPr/>
        </p:nvSpPr>
        <p:spPr>
          <a:xfrm>
            <a:off x="8386791" y="953057"/>
            <a:ext cx="244572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MODELO GAB</a:t>
            </a:r>
            <a:endParaRPr lang="es-E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731C144-4A5E-74CF-A91D-38F991792E93}"/>
                  </a:ext>
                </a:extLst>
              </p:cNvPr>
              <p:cNvSpPr txBox="1"/>
              <p:nvPr/>
            </p:nvSpPr>
            <p:spPr>
              <a:xfrm>
                <a:off x="3946072" y="1717731"/>
                <a:ext cx="10940142" cy="910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s-MX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sub>
                          </m:sSub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∙ 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 ∙ 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 ∙ </m:t>
                          </m:r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d>
                                <m:dPr>
                                  <m:endChr m:val=""/>
                                  <m:ctrlP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s-MX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"/>
                                          <m:ctrlP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sz="2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a:rPr lang="es-MX" sz="2400" i="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s-MX" sz="2400" i="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s-MX" sz="24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731C144-4A5E-74CF-A91D-38F991792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072" y="1717731"/>
                <a:ext cx="10940142" cy="9108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ángulo 18">
            <a:extLst>
              <a:ext uri="{FF2B5EF4-FFF2-40B4-BE49-F238E27FC236}">
                <a16:creationId xmlns:a16="http://schemas.microsoft.com/office/drawing/2014/main" id="{EE8A2444-E3B4-8FA6-8F07-86EC58E1846A}"/>
              </a:ext>
            </a:extLst>
          </p:cNvPr>
          <p:cNvSpPr/>
          <p:nvPr/>
        </p:nvSpPr>
        <p:spPr>
          <a:xfrm>
            <a:off x="7043547" y="3323328"/>
            <a:ext cx="436854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MODELO GAB LINEALIZADO</a:t>
            </a:r>
            <a:endParaRPr lang="es-E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01A749F-C48D-66DA-1603-8BCE3031B8F1}"/>
                  </a:ext>
                </a:extLst>
              </p:cNvPr>
              <p:cNvSpPr txBox="1"/>
              <p:nvPr/>
            </p:nvSpPr>
            <p:spPr>
              <a:xfrm>
                <a:off x="3134215" y="4010054"/>
                <a:ext cx="10940142" cy="871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s-MX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 ∙ 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 ∙ 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s-MX" sz="2400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sub>
                          </m:sSub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∙  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s-MX" sz="2400" i="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s-MX" sz="2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 ∙  </m:t>
                          </m:r>
                          <m:d>
                            <m:d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MX" sz="2400" i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sub>
                          </m:sSub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∙  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s-MX" sz="2400" i="0">
                          <a:latin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s-MX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MX" sz="24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01A749F-C48D-66DA-1603-8BCE3031B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215" y="4010054"/>
                <a:ext cx="10940142" cy="8718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834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866CE-F679-47AB-CE34-2BB3033D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3D91644-3155-390D-6A26-1382ED3AE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513" y="1604654"/>
            <a:ext cx="6058637" cy="4860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6434F28-5B60-469C-3E57-EFB97D1CA7D9}"/>
              </a:ext>
            </a:extLst>
          </p:cNvPr>
          <p:cNvCxnSpPr>
            <a:cxnSpLocks/>
          </p:cNvCxnSpPr>
          <p:nvPr/>
        </p:nvCxnSpPr>
        <p:spPr>
          <a:xfrm>
            <a:off x="220980" y="719840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8B65848F-67E4-26D1-9336-A5CA7D0B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11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3BF85F-AB62-4B49-50EC-4E2026AC54C6}"/>
              </a:ext>
            </a:extLst>
          </p:cNvPr>
          <p:cNvSpPr txBox="1"/>
          <p:nvPr/>
        </p:nvSpPr>
        <p:spPr>
          <a:xfrm>
            <a:off x="1828799" y="9693"/>
            <a:ext cx="80554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AJUSTE DE LAS ISOTERMAS DE SORCIÓN: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D8E7C21-04BF-AA07-4374-6FA53412C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3943903F-4C3C-AEB5-1142-1E90B9E6D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F23E7F1-1C1C-1410-D310-1252179A6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F2DC54-BCAE-B29F-C82B-7087E1353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7758"/>
            <a:ext cx="5682343" cy="459396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2670527-0EAB-1BFE-4DDB-62F5AF30D84C}"/>
              </a:ext>
            </a:extLst>
          </p:cNvPr>
          <p:cNvSpPr/>
          <p:nvPr/>
        </p:nvSpPr>
        <p:spPr>
          <a:xfrm>
            <a:off x="220980" y="868072"/>
            <a:ext cx="436854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GALLETA CONTROL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222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057F3-0577-E237-F1DE-AFAC3EF4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BEF1011-4C5E-137E-D582-D00509419F36}"/>
              </a:ext>
            </a:extLst>
          </p:cNvPr>
          <p:cNvCxnSpPr>
            <a:cxnSpLocks/>
          </p:cNvCxnSpPr>
          <p:nvPr/>
        </p:nvCxnSpPr>
        <p:spPr>
          <a:xfrm>
            <a:off x="220980" y="719840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ADF8D429-2CEA-E1F1-2935-9A72DAF1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12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0141481-CB7D-1329-1699-0F30A83519BB}"/>
              </a:ext>
            </a:extLst>
          </p:cNvPr>
          <p:cNvSpPr txBox="1"/>
          <p:nvPr/>
        </p:nvSpPr>
        <p:spPr>
          <a:xfrm>
            <a:off x="1828799" y="9693"/>
            <a:ext cx="80554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AJUSTE DE LAS ISOTERMAS DE SORCIÓN: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DC26E0-3FA0-4789-7162-7874A39B1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832C8942-F2EC-6E39-A01A-4D6369117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FF4F9D2-F56C-0CC6-BAFB-2893E6A10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D01FE02-F581-F4DD-A346-D9E4147160E4}"/>
              </a:ext>
            </a:extLst>
          </p:cNvPr>
          <p:cNvSpPr/>
          <p:nvPr/>
        </p:nvSpPr>
        <p:spPr>
          <a:xfrm>
            <a:off x="220980" y="868072"/>
            <a:ext cx="436854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GALLETA 75%</a:t>
            </a:r>
            <a:endParaRPr lang="es-ES" sz="2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6F3B04-163D-4303-86ED-99A9DB71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4703"/>
            <a:ext cx="5935937" cy="479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A0B3DCF-21C2-4E8C-F68D-F4CDBB97E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980" y="1534703"/>
            <a:ext cx="5876218" cy="4713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6878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9437-A17A-3BC3-6569-E2BB4F0A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FEFF22A-7580-B582-5DE3-E082F437B067}"/>
              </a:ext>
            </a:extLst>
          </p:cNvPr>
          <p:cNvCxnSpPr>
            <a:cxnSpLocks/>
          </p:cNvCxnSpPr>
          <p:nvPr/>
        </p:nvCxnSpPr>
        <p:spPr>
          <a:xfrm>
            <a:off x="220980" y="1131837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6D63F7AB-78A2-56F8-54B8-6A2A77EB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13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77607E1-86D1-D128-410D-F7B997741740}"/>
              </a:ext>
            </a:extLst>
          </p:cNvPr>
          <p:cNvSpPr txBox="1"/>
          <p:nvPr/>
        </p:nvSpPr>
        <p:spPr>
          <a:xfrm>
            <a:off x="1382485" y="5539"/>
            <a:ext cx="94270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APLICACIÓN DE LOS MODELOS A LAS ISOTERMAS DE SORCIÓN: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705FB52-0A0F-E786-F3AA-CCF70E2D4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8E63921F-323D-28EF-D837-34A2E7269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C7CB28B-27C5-AB9C-4F47-BAC340D85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5DA406-CD45-881D-E6D0-AF81281FC170}"/>
              </a:ext>
            </a:extLst>
          </p:cNvPr>
          <p:cNvSpPr/>
          <p:nvPr/>
        </p:nvSpPr>
        <p:spPr>
          <a:xfrm>
            <a:off x="220980" y="1093021"/>
            <a:ext cx="436854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GALLETA CONTROL</a:t>
            </a:r>
            <a:endParaRPr lang="es-ES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A7387E-077D-3424-57E0-620C57BF1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5530"/>
            <a:ext cx="5350052" cy="4226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605138-7950-A494-6815-7BE56DB571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980" y="1994734"/>
            <a:ext cx="5427249" cy="43758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0999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038DE-4DAF-0660-1BCA-378C82B9D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78DA53F-0435-CB67-BE60-A94D7FF4E790}"/>
              </a:ext>
            </a:extLst>
          </p:cNvPr>
          <p:cNvCxnSpPr>
            <a:cxnSpLocks/>
          </p:cNvCxnSpPr>
          <p:nvPr/>
        </p:nvCxnSpPr>
        <p:spPr>
          <a:xfrm>
            <a:off x="220980" y="1131837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72F47192-4FE2-8F64-1BC8-34266F3F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14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CA33949-47DA-2F37-1E1E-D0C3A3477587}"/>
              </a:ext>
            </a:extLst>
          </p:cNvPr>
          <p:cNvSpPr txBox="1"/>
          <p:nvPr/>
        </p:nvSpPr>
        <p:spPr>
          <a:xfrm>
            <a:off x="1382485" y="5539"/>
            <a:ext cx="94270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APLICACIÓN DE LOS MODELOS A LAS ISOTERMAS DE SORCIÓN: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5C83A6-8844-2DD5-D48B-D32E432E2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EA1897E-50D5-5EF5-2D39-E4789F7D8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3567E15-5CD5-9AFF-ACC8-7B925A14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EAE6E8-DA59-52A8-8CE8-F4D887507F36}"/>
              </a:ext>
            </a:extLst>
          </p:cNvPr>
          <p:cNvSpPr/>
          <p:nvPr/>
        </p:nvSpPr>
        <p:spPr>
          <a:xfrm>
            <a:off x="220980" y="1093021"/>
            <a:ext cx="436854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GALLETA 75%</a:t>
            </a:r>
            <a:endParaRPr lang="es-ES" sz="2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6DE01EC-EB91-00A7-AAB3-D304CC116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1" y="2021891"/>
            <a:ext cx="5760000" cy="430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35765FB-E191-7C27-8B30-3BC0E2D6E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44783"/>
            <a:ext cx="5897749" cy="4464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1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903D1-A78C-40B7-F426-C0CE43D7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834DA67-828A-3B5C-D40E-F7352B720466}"/>
              </a:ext>
            </a:extLst>
          </p:cNvPr>
          <p:cNvCxnSpPr>
            <a:cxnSpLocks/>
          </p:cNvCxnSpPr>
          <p:nvPr/>
        </p:nvCxnSpPr>
        <p:spPr>
          <a:xfrm>
            <a:off x="220980" y="696704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06BA2862-766B-A3AA-8AD8-17164AF3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15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2775868-A834-A15C-973D-296025EBF5F8}"/>
              </a:ext>
            </a:extLst>
          </p:cNvPr>
          <p:cNvSpPr txBox="1"/>
          <p:nvPr/>
        </p:nvSpPr>
        <p:spPr>
          <a:xfrm>
            <a:off x="1382485" y="5539"/>
            <a:ext cx="94270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VALORES DE LOS PARÁMETROS: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F10143A-BD51-EEBE-7EC8-4A67FC25E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C961FEB8-5F3B-4EBE-8C0E-ADF08EB08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37623D-CBF9-0B28-FEA2-54EF90ED234F}"/>
              </a:ext>
            </a:extLst>
          </p:cNvPr>
          <p:cNvSpPr/>
          <p:nvPr/>
        </p:nvSpPr>
        <p:spPr>
          <a:xfrm>
            <a:off x="6087218" y="883662"/>
            <a:ext cx="436854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GAB</a:t>
            </a:r>
            <a:endParaRPr lang="es-ES" sz="24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575FA46-892D-1DB0-1AAB-1C3B0C77A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833733"/>
              </p:ext>
            </p:extLst>
          </p:nvPr>
        </p:nvGraphicFramePr>
        <p:xfrm>
          <a:off x="1121577" y="1039382"/>
          <a:ext cx="4368546" cy="17742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6182">
                  <a:extLst>
                    <a:ext uri="{9D8B030D-6E8A-4147-A177-3AD203B41FA5}">
                      <a16:colId xmlns:a16="http://schemas.microsoft.com/office/drawing/2014/main" val="1286154731"/>
                    </a:ext>
                  </a:extLst>
                </a:gridCol>
                <a:gridCol w="1456182">
                  <a:extLst>
                    <a:ext uri="{9D8B030D-6E8A-4147-A177-3AD203B41FA5}">
                      <a16:colId xmlns:a16="http://schemas.microsoft.com/office/drawing/2014/main" val="3273335531"/>
                    </a:ext>
                  </a:extLst>
                </a:gridCol>
                <a:gridCol w="1456182">
                  <a:extLst>
                    <a:ext uri="{9D8B030D-6E8A-4147-A177-3AD203B41FA5}">
                      <a16:colId xmlns:a16="http://schemas.microsoft.com/office/drawing/2014/main" val="3882836059"/>
                    </a:ext>
                  </a:extLst>
                </a:gridCol>
              </a:tblGrid>
              <a:tr h="300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Muestra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Parámetros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20 °C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00655761"/>
                  </a:ext>
                </a:extLst>
              </a:tr>
              <a:tr h="250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G-control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C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10.20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2833152"/>
                  </a:ext>
                </a:extLst>
              </a:tr>
              <a:tr h="250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W0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0.041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79830638"/>
                  </a:ext>
                </a:extLst>
              </a:tr>
              <a:tr h="250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G-75%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C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6.03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3129792"/>
                  </a:ext>
                </a:extLst>
              </a:tr>
              <a:tr h="250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 dirty="0">
                          <a:effectLst/>
                        </a:rPr>
                        <a:t> 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W0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 dirty="0">
                          <a:effectLst/>
                        </a:rPr>
                        <a:t>0.047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1022382"/>
                  </a:ext>
                </a:extLst>
              </a:tr>
              <a:tr h="250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000" kern="100" dirty="0">
                          <a:effectLst/>
                        </a:rPr>
                        <a:t> </a:t>
                      </a:r>
                      <a:endParaRPr lang="es-MX" sz="1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000" kern="100">
                          <a:effectLst/>
                        </a:rPr>
                        <a:t> </a:t>
                      </a:r>
                      <a:endParaRPr lang="es-MX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000" kern="100" dirty="0">
                          <a:effectLst/>
                        </a:rPr>
                        <a:t> </a:t>
                      </a:r>
                      <a:endParaRPr lang="es-MX" sz="1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172556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42373FA-A38A-C801-3134-7D0E42360B9B}"/>
              </a:ext>
            </a:extLst>
          </p:cNvPr>
          <p:cNvSpPr/>
          <p:nvPr/>
        </p:nvSpPr>
        <p:spPr>
          <a:xfrm>
            <a:off x="245049" y="883662"/>
            <a:ext cx="436854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BET</a:t>
            </a:r>
            <a:endParaRPr lang="es-ES" sz="2400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FCE50138-0B22-57C6-C615-804AE5B70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888304"/>
              </p:ext>
            </p:extLst>
          </p:nvPr>
        </p:nvGraphicFramePr>
        <p:xfrm>
          <a:off x="7177428" y="897923"/>
          <a:ext cx="4100784" cy="2438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6928">
                  <a:extLst>
                    <a:ext uri="{9D8B030D-6E8A-4147-A177-3AD203B41FA5}">
                      <a16:colId xmlns:a16="http://schemas.microsoft.com/office/drawing/2014/main" val="1889038420"/>
                    </a:ext>
                  </a:extLst>
                </a:gridCol>
                <a:gridCol w="1366928">
                  <a:extLst>
                    <a:ext uri="{9D8B030D-6E8A-4147-A177-3AD203B41FA5}">
                      <a16:colId xmlns:a16="http://schemas.microsoft.com/office/drawing/2014/main" val="3552124129"/>
                    </a:ext>
                  </a:extLst>
                </a:gridCol>
                <a:gridCol w="1366928">
                  <a:extLst>
                    <a:ext uri="{9D8B030D-6E8A-4147-A177-3AD203B41FA5}">
                      <a16:colId xmlns:a16="http://schemas.microsoft.com/office/drawing/2014/main" val="33864169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Muestra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Parámetros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20 °C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45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G-Control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C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4.50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5695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W0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0.057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0273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K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0.89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8806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G-75%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C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5.60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2399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W0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0.051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353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K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0.99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4118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 dirty="0">
                          <a:effectLst/>
                        </a:rPr>
                        <a:t> 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899999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12E40E0-8A6F-CE10-4473-23947D6F39D3}"/>
                  </a:ext>
                </a:extLst>
              </p:cNvPr>
              <p:cNvSpPr txBox="1"/>
              <p:nvPr/>
            </p:nvSpPr>
            <p:spPr>
              <a:xfrm>
                <a:off x="2500294" y="4490205"/>
                <a:ext cx="2989829" cy="590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/>
                        <m:t>𝐾</m:t>
                      </m:r>
                      <m:r>
                        <a:rPr lang="es-MX" sz="2000" i="1"/>
                        <m:t>=</m:t>
                      </m:r>
                      <m:sSub>
                        <m:sSubPr>
                          <m:ctrlPr>
                            <a:rPr lang="es-MX" sz="2000" i="1"/>
                          </m:ctrlPr>
                        </m:sSubPr>
                        <m:e>
                          <m:r>
                            <a:rPr lang="es-MX" sz="2000" i="1"/>
                            <m:t>𝐾</m:t>
                          </m:r>
                        </m:e>
                        <m:sub>
                          <m:r>
                            <a:rPr lang="es-MX" sz="2000" i="1"/>
                            <m:t>0</m:t>
                          </m:r>
                        </m:sub>
                      </m:sSub>
                      <m:r>
                        <a:rPr lang="es-MX" sz="2000" i="1"/>
                        <m:t>∙</m:t>
                      </m:r>
                      <m:sSup>
                        <m:sSupPr>
                          <m:ctrlPr>
                            <a:rPr lang="es-MX" sz="2000" i="1"/>
                          </m:ctrlPr>
                        </m:sSupPr>
                        <m:e>
                          <m:r>
                            <a:rPr lang="es-MX" sz="2000" i="1"/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s-MX" sz="2000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MX" sz="2000" i="1"/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MX" sz="2000" i="1"/>
                                      </m:ctrlPr>
                                    </m:sSubPr>
                                    <m:e>
                                      <m:r>
                                        <a:rPr lang="es-MX" sz="2000" i="1"/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s-MX" sz="2000" i="1"/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es-MX" sz="2000" i="1"/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sz="2000" i="1"/>
                                      </m:ctrlPr>
                                    </m:sSubPr>
                                    <m:e>
                                      <m:r>
                                        <a:rPr lang="es-MX" sz="2000" i="1"/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s-MX" sz="2000" i="1"/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MX" sz="2000" i="1"/>
                                    <m:t>𝑅𝑇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s-MX" sz="2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12E40E0-8A6F-CE10-4473-23947D6F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294" y="4490205"/>
                <a:ext cx="2989829" cy="5903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A3FC96F-8D73-06DE-12FD-6A0AC5ACE2C3}"/>
                  </a:ext>
                </a:extLst>
              </p:cNvPr>
              <p:cNvSpPr txBox="1"/>
              <p:nvPr/>
            </p:nvSpPr>
            <p:spPr>
              <a:xfrm>
                <a:off x="79504" y="4541642"/>
                <a:ext cx="2239191" cy="53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000" i="1" kern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s-MX" sz="2000" i="1" kern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s-MX" sz="20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s-MX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s-MX" sz="2000" i="1" ker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∙</m:t>
                    </m:r>
                    <m:sSup>
                      <m:sSupPr>
                        <m:ctrlPr>
                          <a:rPr lang="es-MX" sz="20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s-MX" sz="2000" i="1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MX" sz="2000" i="1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MX" sz="2000" i="1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2000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MX" sz="2000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s-MX" sz="2000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sz="2000" i="1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2000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MX" sz="2000" i="1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MX" sz="2000" i="1" ker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𝑅𝑇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s-MX" sz="2000" kern="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endParaRPr lang="es-MX" sz="2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A3FC96F-8D73-06DE-12FD-6A0AC5ACE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4" y="4541642"/>
                <a:ext cx="2239191" cy="5300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ángulo 19">
            <a:extLst>
              <a:ext uri="{FF2B5EF4-FFF2-40B4-BE49-F238E27FC236}">
                <a16:creationId xmlns:a16="http://schemas.microsoft.com/office/drawing/2014/main" id="{6B57F93C-E2A5-E329-8074-8C43C1D7B885}"/>
              </a:ext>
            </a:extLst>
          </p:cNvPr>
          <p:cNvSpPr/>
          <p:nvPr/>
        </p:nvSpPr>
        <p:spPr>
          <a:xfrm>
            <a:off x="79504" y="3336323"/>
            <a:ext cx="11198708" cy="1140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VALORES DE LOS CALORES DE ADSORCIÓN DE AGUA PARA LA MONOCAPA (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Hm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) y MULTICAPA (</a:t>
            </a:r>
            <a:r>
              <a:rPr lang="es-MX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Hn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400" dirty="0"/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1C4562AD-ED4C-A137-0FBB-A8A7A8524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401028"/>
              </p:ext>
            </p:extLst>
          </p:nvPr>
        </p:nvGraphicFramePr>
        <p:xfrm>
          <a:off x="3548740" y="5212338"/>
          <a:ext cx="6907024" cy="152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6756">
                  <a:extLst>
                    <a:ext uri="{9D8B030D-6E8A-4147-A177-3AD203B41FA5}">
                      <a16:colId xmlns:a16="http://schemas.microsoft.com/office/drawing/2014/main" val="3492012920"/>
                    </a:ext>
                  </a:extLst>
                </a:gridCol>
                <a:gridCol w="1726756">
                  <a:extLst>
                    <a:ext uri="{9D8B030D-6E8A-4147-A177-3AD203B41FA5}">
                      <a16:colId xmlns:a16="http://schemas.microsoft.com/office/drawing/2014/main" val="1447578179"/>
                    </a:ext>
                  </a:extLst>
                </a:gridCol>
                <a:gridCol w="1726756">
                  <a:extLst>
                    <a:ext uri="{9D8B030D-6E8A-4147-A177-3AD203B41FA5}">
                      <a16:colId xmlns:a16="http://schemas.microsoft.com/office/drawing/2014/main" val="2132141978"/>
                    </a:ext>
                  </a:extLst>
                </a:gridCol>
                <a:gridCol w="1726756">
                  <a:extLst>
                    <a:ext uri="{9D8B030D-6E8A-4147-A177-3AD203B41FA5}">
                      <a16:colId xmlns:a16="http://schemas.microsoft.com/office/drawing/2014/main" val="2203164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Muestra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Temperatura (ºC)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(Hm)</a:t>
                      </a:r>
                    </a:p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(KJ/mol)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(Hn)</a:t>
                      </a:r>
                    </a:p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(KJ/mol)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2478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G-control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20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11.35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46.77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1084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 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869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G-75%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20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>
                          <a:effectLst/>
                        </a:rPr>
                        <a:t>6.44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kern="100" dirty="0">
                          <a:effectLst/>
                        </a:rPr>
                        <a:t>45.56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815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246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E4A43-4DFB-CDD0-C9C2-79BF8557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0202B82-164B-AD4C-AEA0-BBF2B00236E7}"/>
              </a:ext>
            </a:extLst>
          </p:cNvPr>
          <p:cNvCxnSpPr>
            <a:cxnSpLocks/>
          </p:cNvCxnSpPr>
          <p:nvPr/>
        </p:nvCxnSpPr>
        <p:spPr>
          <a:xfrm>
            <a:off x="220980" y="696704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D8929B05-1F87-9965-E8DA-4D8B8BD3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16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2BBFCD-EB5D-CA26-B0FF-C68B970DF18B}"/>
              </a:ext>
            </a:extLst>
          </p:cNvPr>
          <p:cNvSpPr txBox="1"/>
          <p:nvPr/>
        </p:nvSpPr>
        <p:spPr>
          <a:xfrm>
            <a:off x="1382485" y="5539"/>
            <a:ext cx="94270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VALORES DE LOS PARÁMETROS: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A320C5-26D5-04BD-DB30-29FF5B741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E8A1D40A-9F1E-D04C-1DFA-117FB05F2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D1F08E4-A5A6-C9EA-13B6-FDB9C3C3B463}"/>
              </a:ext>
            </a:extLst>
          </p:cNvPr>
          <p:cNvSpPr/>
          <p:nvPr/>
        </p:nvSpPr>
        <p:spPr>
          <a:xfrm>
            <a:off x="214149" y="776018"/>
            <a:ext cx="11198708" cy="1140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ÁREA SUPERFICIAL DE ADSORCIÓN, TAMAÑO CRÍTICO DEL PORO, TAMAÑO DEL PORO EFECTIVO DE ADSORCIÓN</a:t>
            </a:r>
            <a:endParaRPr lang="es-E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5CF14E3F-C727-4B26-A0B0-C8F5E5C4BE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4477529"/>
                  </p:ext>
                </p:extLst>
              </p:nvPr>
            </p:nvGraphicFramePr>
            <p:xfrm>
              <a:off x="1873404" y="2506266"/>
              <a:ext cx="7850459" cy="24350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37088">
                      <a:extLst>
                        <a:ext uri="{9D8B030D-6E8A-4147-A177-3AD203B41FA5}">
                          <a16:colId xmlns:a16="http://schemas.microsoft.com/office/drawing/2014/main" val="3793829326"/>
                        </a:ext>
                      </a:extLst>
                    </a:gridCol>
                    <a:gridCol w="1936951">
                      <a:extLst>
                        <a:ext uri="{9D8B030D-6E8A-4147-A177-3AD203B41FA5}">
                          <a16:colId xmlns:a16="http://schemas.microsoft.com/office/drawing/2014/main" val="3435058503"/>
                        </a:ext>
                      </a:extLst>
                    </a:gridCol>
                    <a:gridCol w="2352077">
                      <a:extLst>
                        <a:ext uri="{9D8B030D-6E8A-4147-A177-3AD203B41FA5}">
                          <a16:colId xmlns:a16="http://schemas.microsoft.com/office/drawing/2014/main" val="1480416134"/>
                        </a:ext>
                      </a:extLst>
                    </a:gridCol>
                    <a:gridCol w="1924343">
                      <a:extLst>
                        <a:ext uri="{9D8B030D-6E8A-4147-A177-3AD203B41FA5}">
                          <a16:colId xmlns:a16="http://schemas.microsoft.com/office/drawing/2014/main" val="2278932705"/>
                        </a:ext>
                      </a:extLst>
                    </a:gridCol>
                  </a:tblGrid>
                  <a:tr h="93286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Muestras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2000" kern="1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2000" kern="100">
                                        <a:effectLst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s-MX" sz="2000" kern="100">
                                        <a:effectLst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sz="2000" kern="100">
                            <a:effectLst/>
                          </a:endParaRPr>
                        </a:p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s-MX" sz="2000" kern="100">
                                      <a:effectLst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MX" sz="2000" kern="100">
                                          <a:effectLst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2000" kern="100">
                                          <a:effectLst/>
                                        </a:rPr>
                                        <m:t>𝒎</m:t>
                                      </m:r>
                                    </m:e>
                                    <m:sup>
                                      <m:r>
                                        <a:rPr lang="es-MX" sz="2000" kern="100">
                                          <a:effectLst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MX" sz="2000" kern="100">
                                      <a:effectLst/>
                                    </a:rPr>
                                    <m:t>𝒈</m:t>
                                  </m:r>
                                </m:den>
                              </m:f>
                            </m:oMath>
                          </a14:m>
                          <a:r>
                            <a:rPr lang="es-MX" sz="2000" kern="100">
                              <a:effectLst/>
                            </a:rPr>
                            <a:t>, b.s) 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rc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(nm)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rp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(nm)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77254007"/>
                      </a:ext>
                    </a:extLst>
                  </a:tr>
                  <a:tr h="7510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G- control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20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kern="100">
                                        <a:effectLst/>
                                      </a:rPr>
                                      <m:t>354.38± 67.7</m:t>
                                    </m:r>
                                  </m:e>
                                  <m:sup/>
                                </m:sSup>
                              </m:oMath>
                            </m:oMathPara>
                          </a14:m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20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kern="100">
                                        <a:effectLst/>
                                      </a:rPr>
                                      <m:t>7.33 ± 4.90</m:t>
                                    </m:r>
                                  </m:e>
                                  <m:sup/>
                                </m:sSup>
                              </m:oMath>
                            </m:oMathPara>
                          </a14:m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20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kern="100">
                                        <a:effectLst/>
                                      </a:rPr>
                                      <m:t>8.05 ± 5.10</m:t>
                                    </m:r>
                                  </m:e>
                                  <m:sup/>
                                </m:sSup>
                              </m:oMath>
                            </m:oMathPara>
                          </a14:m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78012839"/>
                      </a:ext>
                    </a:extLst>
                  </a:tr>
                  <a:tr h="7510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G- 75%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20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kern="100">
                                        <a:effectLst/>
                                      </a:rPr>
                                      <m:t>274.36 ± 99.2</m:t>
                                    </m:r>
                                  </m:e>
                                  <m:sup/>
                                </m:sSup>
                              </m:oMath>
                            </m:oMathPara>
                          </a14:m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20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kern="100">
                                        <a:effectLst/>
                                      </a:rPr>
                                      <m:t>7.65 ± 5.62</m:t>
                                    </m:r>
                                  </m:e>
                                  <m:sup/>
                                </m:sSup>
                              </m:oMath>
                            </m:oMathPara>
                          </a14:m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2000" kern="1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kern="100">
                                        <a:effectLst/>
                                      </a:rPr>
                                      <m:t>8.38 ± 5.84</m:t>
                                    </m:r>
                                  </m:e>
                                  <m:sup/>
                                </m:sSup>
                              </m:oMath>
                            </m:oMathPara>
                          </a14:m>
                          <a:endParaRPr lang="es-MX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329014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5CF14E3F-C727-4B26-A0B0-C8F5E5C4BE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4477529"/>
                  </p:ext>
                </p:extLst>
              </p:nvPr>
            </p:nvGraphicFramePr>
            <p:xfrm>
              <a:off x="1873404" y="2506266"/>
              <a:ext cx="7850459" cy="24350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37088">
                      <a:extLst>
                        <a:ext uri="{9D8B030D-6E8A-4147-A177-3AD203B41FA5}">
                          <a16:colId xmlns:a16="http://schemas.microsoft.com/office/drawing/2014/main" val="3793829326"/>
                        </a:ext>
                      </a:extLst>
                    </a:gridCol>
                    <a:gridCol w="1936951">
                      <a:extLst>
                        <a:ext uri="{9D8B030D-6E8A-4147-A177-3AD203B41FA5}">
                          <a16:colId xmlns:a16="http://schemas.microsoft.com/office/drawing/2014/main" val="3435058503"/>
                        </a:ext>
                      </a:extLst>
                    </a:gridCol>
                    <a:gridCol w="2352077">
                      <a:extLst>
                        <a:ext uri="{9D8B030D-6E8A-4147-A177-3AD203B41FA5}">
                          <a16:colId xmlns:a16="http://schemas.microsoft.com/office/drawing/2014/main" val="1480416134"/>
                        </a:ext>
                      </a:extLst>
                    </a:gridCol>
                    <a:gridCol w="1924343">
                      <a:extLst>
                        <a:ext uri="{9D8B030D-6E8A-4147-A177-3AD203B41FA5}">
                          <a16:colId xmlns:a16="http://schemas.microsoft.com/office/drawing/2014/main" val="2278932705"/>
                        </a:ext>
                      </a:extLst>
                    </a:gridCol>
                  </a:tblGrid>
                  <a:tr h="93286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Muestras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4906" t="-4575" r="-222013" b="-1627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rc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(nm)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rp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(nm)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77254007"/>
                      </a:ext>
                    </a:extLst>
                  </a:tr>
                  <a:tr h="7510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G- control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4906" t="-129032" r="-222013" b="-100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2332" t="-129032" r="-82902" b="-100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8228" t="-129032" r="-1266" b="-100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8012839"/>
                      </a:ext>
                    </a:extLst>
                  </a:tr>
                  <a:tr h="7510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s-MX" sz="2000" kern="100">
                              <a:effectLst/>
                            </a:rPr>
                            <a:t>G- 75%</a:t>
                          </a:r>
                          <a:endParaRPr lang="es-MX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4906" t="-230894" r="-222013" b="-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2332" t="-230894" r="-82902" b="-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8228" t="-230894" r="-1266" b="-1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29014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1278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06699-1502-4568-D93B-4BA3237AC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9CD19E2-592F-CF64-8C4E-9215D27EA6F3}"/>
              </a:ext>
            </a:extLst>
          </p:cNvPr>
          <p:cNvCxnSpPr>
            <a:cxnSpLocks/>
          </p:cNvCxnSpPr>
          <p:nvPr/>
        </p:nvCxnSpPr>
        <p:spPr>
          <a:xfrm>
            <a:off x="220980" y="696704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DDB2B266-C836-D262-C6B3-9B1F0E03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17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836E6D-4EBF-5506-18E9-5F4287E838BB}"/>
              </a:ext>
            </a:extLst>
          </p:cNvPr>
          <p:cNvSpPr txBox="1"/>
          <p:nvPr/>
        </p:nvSpPr>
        <p:spPr>
          <a:xfrm>
            <a:off x="1382485" y="5539"/>
            <a:ext cx="94270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CONCLUSIONES: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C0F0A4-21D7-514E-CA67-990DF3FB8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8A38897B-10F6-C456-9C9D-988F13EB9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EC0022F-1924-7DE0-FFBC-3DA4186F0D61}"/>
              </a:ext>
            </a:extLst>
          </p:cNvPr>
          <p:cNvSpPr/>
          <p:nvPr/>
        </p:nvSpPr>
        <p:spPr>
          <a:xfrm>
            <a:off x="214149" y="776018"/>
            <a:ext cx="11198708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El modelo de GAB demostró superioridad sobre el modelo BET para describir el comportamiento de sorción en todo el intervalo estudiado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A48FBB-289D-31E4-3427-3B030A1A6F1F}"/>
              </a:ext>
            </a:extLst>
          </p:cNvPr>
          <p:cNvSpPr/>
          <p:nvPr/>
        </p:nvSpPr>
        <p:spPr>
          <a:xfrm>
            <a:off x="214148" y="2186042"/>
            <a:ext cx="11526831" cy="279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La constante C del modelo GAB incrementó de 4.50 a 5.60, indicando mayor interacción adsorbato-matriz en la galleta funcional. Contrariamente, la constante C de BET disminuyó de 10.20 a 6.03, sugiriendo cambios energéticos en la región de baja actividad de agua. Los valores de K (0.89 y 0.99) cercanos a la unidad confirman que las multicapas presentan propiedades similares al agua líquida.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183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51E7-9E59-ABA4-0C53-5DECD0613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EA6A299-B0B2-02E1-D715-FA64FF48BB9E}"/>
              </a:ext>
            </a:extLst>
          </p:cNvPr>
          <p:cNvCxnSpPr>
            <a:cxnSpLocks/>
          </p:cNvCxnSpPr>
          <p:nvPr/>
        </p:nvCxnSpPr>
        <p:spPr>
          <a:xfrm>
            <a:off x="220980" y="696704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E1AB1811-F6E3-E054-C5F3-38E195362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18</a:t>
            </a:fld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9BA880A-96EA-D927-F6C3-CB979EB54875}"/>
              </a:ext>
            </a:extLst>
          </p:cNvPr>
          <p:cNvSpPr txBox="1"/>
          <p:nvPr/>
        </p:nvSpPr>
        <p:spPr>
          <a:xfrm>
            <a:off x="1382485" y="5539"/>
            <a:ext cx="94270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 dirty="0"/>
              <a:t>CONCLUSIONES:</a:t>
            </a:r>
            <a:endParaRPr lang="es-MX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27E6E4-198C-F141-80E3-139F5FF39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5606BE70-1076-060C-0455-BA51A28BC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B3B92DA-6E12-8A80-D3B0-1BBA7834B0C5}"/>
              </a:ext>
            </a:extLst>
          </p:cNvPr>
          <p:cNvSpPr/>
          <p:nvPr/>
        </p:nvSpPr>
        <p:spPr>
          <a:xfrm>
            <a:off x="381626" y="1398736"/>
            <a:ext cx="11198708" cy="334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El análisis termodinámico reveló calores de adsorción de monocapa (Hₘ) de 11.35 kJ/mol y 6.44 kJ/mol para galletas control y 75% respectivamente, mientras que los calores de multicapa (Hₙ) fueron 46.77 kJ/mol y 45.56 kJ/mol. La disminución en Hₘ sugiere menor energía requerida para formar la monocapa en la galleta funcional, posiblemente por grupos hidroxilo adicionales de la inulina.</a:t>
            </a:r>
          </a:p>
          <a:p>
            <a:pPr algn="just">
              <a:lnSpc>
                <a:spcPct val="150000"/>
              </a:lnSpc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484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C51F-B2A0-854B-9DDC-650FC562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557AF26-0078-F854-DCF4-0BEE70180895}"/>
              </a:ext>
            </a:extLst>
          </p:cNvPr>
          <p:cNvCxnSpPr>
            <a:cxnSpLocks/>
          </p:cNvCxnSpPr>
          <p:nvPr/>
        </p:nvCxnSpPr>
        <p:spPr>
          <a:xfrm>
            <a:off x="223200" y="1009908"/>
            <a:ext cx="11520000" cy="0"/>
          </a:xfrm>
          <a:prstGeom prst="line">
            <a:avLst/>
          </a:prstGeom>
          <a:ln w="76200" cmpd="thinThick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Imagen 5" descr="Imagen que contiene firmar, negro, blanco, alimentos&#10;&#10;Descripción generada automáticamente">
            <a:extLst>
              <a:ext uri="{FF2B5EF4-FFF2-40B4-BE49-F238E27FC236}">
                <a16:creationId xmlns:a16="http://schemas.microsoft.com/office/drawing/2014/main" id="{18A716F5-8947-DD1A-E719-448A8DC13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40" y="103777"/>
            <a:ext cx="2712425" cy="88153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CC1D712-C63B-E058-4E3B-D4D9677752E9}"/>
              </a:ext>
            </a:extLst>
          </p:cNvPr>
          <p:cNvSpPr txBox="1"/>
          <p:nvPr/>
        </p:nvSpPr>
        <p:spPr>
          <a:xfrm>
            <a:off x="7264400" y="161149"/>
            <a:ext cx="4927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DIVISIÓN DE CIENCIAS BÁSICAS E INGENIERÍA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 I N G E N I E R Í A   Q U Í M I C A )</a:t>
            </a:r>
          </a:p>
        </p:txBody>
      </p:sp>
      <p:sp>
        <p:nvSpPr>
          <p:cNvPr id="13" name="Marcador de número de diapositiva 19">
            <a:extLst>
              <a:ext uri="{FF2B5EF4-FFF2-40B4-BE49-F238E27FC236}">
                <a16:creationId xmlns:a16="http://schemas.microsoft.com/office/drawing/2014/main" id="{10140E6D-BC9A-3ED7-05F9-EEA5E6AFB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331726"/>
            <a:ext cx="2743200" cy="365125"/>
          </a:xfrm>
        </p:spPr>
        <p:txBody>
          <a:bodyPr/>
          <a:lstStyle/>
          <a:p>
            <a:fld id="{6F042CEB-F1C3-461C-9EF5-D40A167100C3}" type="slidenum">
              <a:rPr lang="es-MX" sz="2400" smtClean="0"/>
              <a:t>19</a:t>
            </a:fld>
            <a:endParaRPr lang="es-MX" sz="24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A0DFC08-ABE8-06B5-B619-30A46BF32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5264" y="1297026"/>
            <a:ext cx="14033584" cy="50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8085B8-720E-D203-E97D-5A4FF9008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10930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40D6BD10-055B-9997-C675-5EFCCDA85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0501" y="16350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0C6F3B7F-91CF-4809-80B2-D56542AB7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4AAB68-DB94-727C-231C-24B7DD5FC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2087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47E3D4E-EC89-446D-D424-E1B6468C1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620" y="12242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5F1FC2A-4D23-9264-80B2-81E0CD40A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802" y="696981"/>
            <a:ext cx="173099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3D80F6A-38D6-0370-7160-F8D7C741B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4320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54EE2E7D-356C-023F-4328-026B96526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98" y="42695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3423B4-9736-9613-066C-F77B24886A50}"/>
              </a:ext>
            </a:extLst>
          </p:cNvPr>
          <p:cNvSpPr txBox="1"/>
          <p:nvPr/>
        </p:nvSpPr>
        <p:spPr>
          <a:xfrm>
            <a:off x="739698" y="3033100"/>
            <a:ext cx="101476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" sz="96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¡GRACIAS!</a:t>
            </a:r>
            <a:endParaRPr lang="es-MX" sz="9600" dirty="0">
              <a:solidFill>
                <a:srgbClr val="000000"/>
              </a:solidFill>
              <a:latin typeface="Arial"/>
              <a:cs typeface="Arial"/>
              <a:sym typeface="Average Sans"/>
            </a:endParaRPr>
          </a:p>
        </p:txBody>
      </p:sp>
    </p:spTree>
    <p:extLst>
      <p:ext uri="{BB962C8B-B14F-4D97-AF65-F5344CB8AC3E}">
        <p14:creationId xmlns:p14="http://schemas.microsoft.com/office/powerpoint/2010/main" val="3522315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10679</TotalTime>
  <Words>947</Words>
  <Application>Microsoft Office PowerPoint</Application>
  <PresentationFormat>Panorámica</PresentationFormat>
  <Paragraphs>326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Aptos</vt:lpstr>
      <vt:lpstr>Arial</vt:lpstr>
      <vt:lpstr>Average Sans</vt:lpstr>
      <vt:lpstr>Calibri</vt:lpstr>
      <vt:lpstr>Calibri Light</vt:lpstr>
      <vt:lpstr>Cambria Math</vt:lpstr>
      <vt:lpstr>Commissioner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“Proceso de hidrodesalquilación térmica del tolueno (C7H8) para obtención de benceno (C6H6)”</dc:title>
  <dc:creator>Luis Ángel Rodriguez Olivares</dc:creator>
  <cp:lastModifiedBy>Duviel Bermúdez Pérez</cp:lastModifiedBy>
  <cp:revision>286</cp:revision>
  <dcterms:created xsi:type="dcterms:W3CDTF">2023-06-15T17:30:48Z</dcterms:created>
  <dcterms:modified xsi:type="dcterms:W3CDTF">2025-12-17T00:00:00Z</dcterms:modified>
</cp:coreProperties>
</file>